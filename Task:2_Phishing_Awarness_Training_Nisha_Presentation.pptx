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811268"/>
            <a:ext cx="18288000" cy="5447030"/>
          </a:xfrm>
          <a:custGeom>
            <a:avLst/>
            <a:gdLst/>
            <a:ahLst/>
            <a:cxnLst/>
            <a:rect l="l" t="t" r="r" b="b"/>
            <a:pathLst>
              <a:path w="18288000" h="5447030">
                <a:moveTo>
                  <a:pt x="0" y="5447031"/>
                </a:moveTo>
                <a:lnTo>
                  <a:pt x="18287998" y="5447031"/>
                </a:lnTo>
                <a:lnTo>
                  <a:pt x="18287998" y="0"/>
                </a:lnTo>
                <a:lnTo>
                  <a:pt x="0" y="0"/>
                </a:lnTo>
                <a:lnTo>
                  <a:pt x="0" y="5447031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8719" y="3907742"/>
            <a:ext cx="11790680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688948"/>
            <a:ext cx="18288000" cy="8161020"/>
          </a:xfrm>
          <a:custGeom>
            <a:avLst/>
            <a:gdLst/>
            <a:ahLst/>
            <a:cxnLst/>
            <a:rect l="l" t="t" r="r" b="b"/>
            <a:pathLst>
              <a:path w="18288000" h="8161020">
                <a:moveTo>
                  <a:pt x="18287414" y="8160947"/>
                </a:moveTo>
                <a:lnTo>
                  <a:pt x="0" y="8160947"/>
                </a:lnTo>
                <a:lnTo>
                  <a:pt x="0" y="0"/>
                </a:lnTo>
                <a:lnTo>
                  <a:pt x="18287414" y="0"/>
                </a:lnTo>
                <a:lnTo>
                  <a:pt x="18287414" y="8160947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4373" y="573466"/>
            <a:ext cx="1485899" cy="8381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3091957"/>
            <a:ext cx="7696199" cy="4105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079" y="515781"/>
            <a:ext cx="13629920" cy="840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8224" y="2021877"/>
            <a:ext cx="8261350" cy="2507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hyperlink" Target="mailto:support@paypa1-secure.ne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hyperlink" Target="http://paypa1-secure.login-verify.com/account" TargetMode="External"/><Relationship Id="rId4" Type="http://schemas.openxmlformats.org/officeDocument/2006/relationships/hyperlink" Target="https://www.paypal.com/signi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hyperlink" Target="http://usps-delivery-us.com/" TargetMode="External"/><Relationship Id="rId9" Type="http://schemas.openxmlformats.org/officeDocument/2006/relationships/hyperlink" Target="http://bankofamerica-secure.net/logi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hyperlink" Target="mailto:%27security@amaz0n-alert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248719" y="3907742"/>
            <a:ext cx="1179068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>
                <a:solidFill>
                  <a:srgbClr val="FFFFFF"/>
                </a:solidFill>
                <a:latin typeface="Times New Roman"/>
                <a:cs typeface="Times New Roman"/>
              </a:rPr>
              <a:t>PHISHING </a:t>
            </a:r>
            <a:r>
              <a:rPr dirty="0" sz="8400" spc="-10">
                <a:solidFill>
                  <a:srgbClr val="FFFFFF"/>
                </a:solidFill>
                <a:latin typeface="Times New Roman"/>
                <a:cs typeface="Times New Roman"/>
              </a:rPr>
              <a:t>AWARENESS</a:t>
            </a:r>
            <a:endParaRPr sz="8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04619" y="5184092"/>
            <a:ext cx="5478780" cy="222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10" b="1">
                <a:solidFill>
                  <a:srgbClr val="FF3131"/>
                </a:solidFill>
                <a:latin typeface="Times New Roman"/>
                <a:cs typeface="Times New Roman"/>
              </a:rPr>
              <a:t>TRAINING</a:t>
            </a:r>
            <a:endParaRPr sz="84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3644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RECOGNIZE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RESIST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REPORT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6033084" y="5153025"/>
                  </a:moveTo>
                  <a:lnTo>
                    <a:pt x="4832934" y="5153025"/>
                  </a:lnTo>
                  <a:lnTo>
                    <a:pt x="4832934" y="5353050"/>
                  </a:lnTo>
                  <a:lnTo>
                    <a:pt x="6033084" y="5353050"/>
                  </a:lnTo>
                  <a:lnTo>
                    <a:pt x="6033084" y="5153025"/>
                  </a:lnTo>
                  <a:close/>
                </a:path>
                <a:path w="18288000" h="10287000">
                  <a:moveTo>
                    <a:pt x="7433259" y="5153025"/>
                  </a:moveTo>
                  <a:lnTo>
                    <a:pt x="6233109" y="5153025"/>
                  </a:lnTo>
                  <a:lnTo>
                    <a:pt x="6233109" y="5353050"/>
                  </a:lnTo>
                  <a:lnTo>
                    <a:pt x="7433259" y="5353050"/>
                  </a:lnTo>
                  <a:lnTo>
                    <a:pt x="7433259" y="5153025"/>
                  </a:lnTo>
                  <a:close/>
                </a:path>
                <a:path w="18288000" h="10287000">
                  <a:moveTo>
                    <a:pt x="8833434" y="5153025"/>
                  </a:moveTo>
                  <a:lnTo>
                    <a:pt x="7633284" y="5153025"/>
                  </a:lnTo>
                  <a:lnTo>
                    <a:pt x="7633284" y="5353050"/>
                  </a:lnTo>
                  <a:lnTo>
                    <a:pt x="8833434" y="5353050"/>
                  </a:lnTo>
                  <a:lnTo>
                    <a:pt x="8833434" y="5153025"/>
                  </a:lnTo>
                  <a:close/>
                </a:path>
                <a:path w="18288000" h="10287000">
                  <a:moveTo>
                    <a:pt x="10233609" y="5153025"/>
                  </a:moveTo>
                  <a:lnTo>
                    <a:pt x="9033459" y="5153025"/>
                  </a:lnTo>
                  <a:lnTo>
                    <a:pt x="9033459" y="5353050"/>
                  </a:lnTo>
                  <a:lnTo>
                    <a:pt x="10233609" y="5353050"/>
                  </a:lnTo>
                  <a:lnTo>
                    <a:pt x="10233609" y="5153025"/>
                  </a:lnTo>
                  <a:close/>
                </a:path>
                <a:path w="18288000" h="10287000">
                  <a:moveTo>
                    <a:pt x="11633784" y="5153025"/>
                  </a:moveTo>
                  <a:lnTo>
                    <a:pt x="10433634" y="5153025"/>
                  </a:lnTo>
                  <a:lnTo>
                    <a:pt x="10433634" y="5353050"/>
                  </a:lnTo>
                  <a:lnTo>
                    <a:pt x="11633784" y="5353050"/>
                  </a:lnTo>
                  <a:lnTo>
                    <a:pt x="11633784" y="5153025"/>
                  </a:lnTo>
                  <a:close/>
                </a:path>
                <a:path w="18288000" h="10287000">
                  <a:moveTo>
                    <a:pt x="13033959" y="5153025"/>
                  </a:moveTo>
                  <a:lnTo>
                    <a:pt x="11833809" y="5153025"/>
                  </a:lnTo>
                  <a:lnTo>
                    <a:pt x="11833809" y="5353050"/>
                  </a:lnTo>
                  <a:lnTo>
                    <a:pt x="13033959" y="5353050"/>
                  </a:lnTo>
                  <a:lnTo>
                    <a:pt x="13033959" y="5153025"/>
                  </a:lnTo>
                  <a:close/>
                </a:path>
                <a:path w="18288000" h="10287000">
                  <a:moveTo>
                    <a:pt x="13474103" y="5153025"/>
                  </a:moveTo>
                  <a:lnTo>
                    <a:pt x="13233984" y="5153025"/>
                  </a:lnTo>
                  <a:lnTo>
                    <a:pt x="13233984" y="5353050"/>
                  </a:lnTo>
                  <a:lnTo>
                    <a:pt x="13474103" y="5353050"/>
                  </a:lnTo>
                  <a:lnTo>
                    <a:pt x="13474103" y="5153025"/>
                  </a:lnTo>
                  <a:close/>
                </a:path>
                <a:path w="18288000" h="10287000">
                  <a:moveTo>
                    <a:pt x="18287543" y="9258287"/>
                  </a:moveTo>
                  <a:lnTo>
                    <a:pt x="0" y="9258287"/>
                  </a:lnTo>
                  <a:lnTo>
                    <a:pt x="0" y="10286987"/>
                  </a:lnTo>
                  <a:lnTo>
                    <a:pt x="18287543" y="10286987"/>
                  </a:lnTo>
                  <a:lnTo>
                    <a:pt x="18287543" y="9258287"/>
                  </a:lnTo>
                  <a:close/>
                </a:path>
                <a:path w="18288000" h="10287000">
                  <a:moveTo>
                    <a:pt x="18288000" y="0"/>
                  </a:moveTo>
                  <a:lnTo>
                    <a:pt x="0" y="0"/>
                  </a:lnTo>
                  <a:lnTo>
                    <a:pt x="0" y="3811257"/>
                  </a:lnTo>
                  <a:lnTo>
                    <a:pt x="18288000" y="381125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5913" y="395016"/>
              <a:ext cx="3219449" cy="2971799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365760" y="4846320"/>
            <a:ext cx="4389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Done By,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S. Kamar Nisha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III Year - CSE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SCAD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344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z="4700" spc="-10"/>
              <a:t>AGENDA</a:t>
            </a:r>
            <a:endParaRPr sz="4700"/>
          </a:p>
        </p:txBody>
      </p:sp>
      <p:grpSp>
        <p:nvGrpSpPr>
          <p:cNvPr id="2" name="object 2"/>
          <p:cNvGrpSpPr/>
          <p:nvPr/>
        </p:nvGrpSpPr>
        <p:grpSpPr>
          <a:xfrm>
            <a:off x="0" y="1688607"/>
            <a:ext cx="18278475" cy="8223884"/>
            <a:chOff x="0" y="1688607"/>
            <a:chExt cx="18278475" cy="8223884"/>
          </a:xfrm>
        </p:grpSpPr>
        <p:sp>
          <p:nvSpPr>
            <p:cNvPr id="3" name="object 3"/>
            <p:cNvSpPr/>
            <p:nvPr/>
          </p:nvSpPr>
          <p:spPr>
            <a:xfrm>
              <a:off x="0" y="1688607"/>
              <a:ext cx="18278475" cy="8223884"/>
            </a:xfrm>
            <a:custGeom>
              <a:avLst/>
              <a:gdLst/>
              <a:ahLst/>
              <a:cxnLst/>
              <a:rect l="l" t="t" r="r" b="b"/>
              <a:pathLst>
                <a:path w="18278475" h="8223884">
                  <a:moveTo>
                    <a:pt x="1827844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78445" y="0"/>
                  </a:lnTo>
                  <a:lnTo>
                    <a:pt x="1827844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055" y="8051945"/>
              <a:ext cx="4772024" cy="1209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5055" y="2461116"/>
              <a:ext cx="4772024" cy="12096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055" y="4318155"/>
              <a:ext cx="4772024" cy="1209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055" y="6172210"/>
              <a:ext cx="4772024" cy="12096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954" y="2461116"/>
              <a:ext cx="4772024" cy="1209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954" y="4318155"/>
              <a:ext cx="4772024" cy="1209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954" y="6175195"/>
              <a:ext cx="4772024" cy="1209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954" y="8032235"/>
              <a:ext cx="4772024" cy="1209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0505" y="4318155"/>
              <a:ext cx="4772024" cy="1209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7652" y="6187143"/>
              <a:ext cx="4772024" cy="12096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84236" y="2919041"/>
            <a:ext cx="3556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1184" y="2919041"/>
            <a:ext cx="25107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43092" y="2919041"/>
            <a:ext cx="33540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73575" y="4812176"/>
            <a:ext cx="404050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r>
              <a:rPr dirty="0" sz="2600" spc="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17551" y="4812176"/>
            <a:ext cx="39655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Tactics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46432" y="4783601"/>
            <a:ext cx="32905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Practices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Tip</a:t>
            </a:r>
            <a:r>
              <a:rPr dirty="0" sz="2600" spc="-2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5327" y="6685609"/>
            <a:ext cx="43440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Recognizing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73571" y="6637980"/>
            <a:ext cx="35407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SMS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Threats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840401" y="6628453"/>
            <a:ext cx="28676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Incident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Response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3773" y="8526708"/>
            <a:ext cx="35413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Spotting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Websites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34589" y="8465442"/>
            <a:ext cx="25736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Interactive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Quiz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67402" y="174955"/>
            <a:ext cx="1533524" cy="13715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344" rIns="0" bIns="0" rtlCol="0" vert="horz">
            <a:spAutoFit/>
          </a:bodyPr>
          <a:lstStyle/>
          <a:p>
            <a:pPr marL="694055">
              <a:lnSpc>
                <a:spcPct val="100000"/>
              </a:lnSpc>
              <a:spcBef>
                <a:spcPts val="100"/>
              </a:spcBef>
            </a:pPr>
            <a:r>
              <a:rPr dirty="0" sz="4700" spc="-35"/>
              <a:t>WH</a:t>
            </a:r>
            <a:r>
              <a:rPr dirty="0" sz="4700" spc="-560"/>
              <a:t>A</a:t>
            </a:r>
            <a:r>
              <a:rPr dirty="0" sz="4700" spc="-25"/>
              <a:t>T</a:t>
            </a:r>
            <a:r>
              <a:rPr dirty="0" sz="4700" spc="-130"/>
              <a:t> </a:t>
            </a:r>
            <a:r>
              <a:rPr dirty="0" sz="4700"/>
              <a:t>IS</a:t>
            </a:r>
            <a:r>
              <a:rPr dirty="0" sz="4700" spc="-95"/>
              <a:t> </a:t>
            </a:r>
            <a:r>
              <a:rPr dirty="0" sz="4700"/>
              <a:t>PHISHING</a:t>
            </a:r>
            <a:r>
              <a:rPr dirty="0" sz="4700" spc="-75"/>
              <a:t> </a:t>
            </a:r>
            <a:r>
              <a:rPr dirty="0" sz="4700" spc="-20"/>
              <a:t>?...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1688948"/>
            <a:ext cx="18278475" cy="8223884"/>
          </a:xfrm>
          <a:custGeom>
            <a:avLst/>
            <a:gdLst/>
            <a:ahLst/>
            <a:cxnLst/>
            <a:rect l="l" t="t" r="r" b="b"/>
            <a:pathLst>
              <a:path w="18278475" h="8223884">
                <a:moveTo>
                  <a:pt x="18278445" y="8223694"/>
                </a:moveTo>
                <a:lnTo>
                  <a:pt x="0" y="8223694"/>
                </a:lnTo>
                <a:lnTo>
                  <a:pt x="0" y="0"/>
                </a:lnTo>
                <a:lnTo>
                  <a:pt x="18278445" y="0"/>
                </a:lnTo>
                <a:lnTo>
                  <a:pt x="18278445" y="8223694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63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*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Phishing</a:t>
            </a:r>
            <a:r>
              <a:rPr dirty="0" spc="-10"/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type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cybercrime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which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attackers </a:t>
            </a:r>
            <a:r>
              <a:rPr dirty="0">
                <a:solidFill>
                  <a:srgbClr val="000000"/>
                </a:solidFill>
              </a:rPr>
              <a:t>pretend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trusted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entities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through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emails,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messages,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or </a:t>
            </a:r>
            <a:r>
              <a:rPr dirty="0">
                <a:solidFill>
                  <a:srgbClr val="000000"/>
                </a:solidFill>
              </a:rPr>
              <a:t>bogus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websites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u="heavy" spc="1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deceive</a:t>
            </a:r>
            <a:r>
              <a:rPr dirty="0" u="heavy" spc="10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people</a:t>
            </a:r>
            <a:r>
              <a:rPr dirty="0" u="heavy" spc="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into</a:t>
            </a:r>
            <a:r>
              <a:rPr dirty="0" u="heavy" spc="10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handing</a:t>
            </a:r>
            <a:r>
              <a:rPr dirty="0" u="heavy" spc="-114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 spc="-20">
                <a:uFill>
                  <a:solidFill>
                    <a:srgbClr val="FF3131"/>
                  </a:solidFill>
                </a:uFill>
              </a:rPr>
              <a:t>over</a:t>
            </a:r>
            <a:r>
              <a:rPr dirty="0" spc="-20"/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confidential</a:t>
            </a:r>
            <a:r>
              <a:rPr dirty="0" u="heavy" spc="-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information</a:t>
            </a:r>
            <a:r>
              <a:rPr dirty="0" u="heavy" spc="-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like</a:t>
            </a:r>
            <a:r>
              <a:rPr dirty="0" u="heavy" spc="-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lo</a:t>
            </a:r>
            <a:r>
              <a:rPr dirty="0"/>
              <a:t>g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in</a:t>
            </a:r>
            <a:r>
              <a:rPr dirty="0" u="heavy" spc="-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credentials</a:t>
            </a:r>
            <a:r>
              <a:rPr dirty="0"/>
              <a:t>,</a:t>
            </a:r>
            <a:r>
              <a:rPr dirty="0" u="heavy" spc="-50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 spc="-20">
                <a:uFill>
                  <a:solidFill>
                    <a:srgbClr val="FF3131"/>
                  </a:solidFill>
                </a:uFill>
              </a:rPr>
              <a:t>bank</a:t>
            </a:r>
            <a:r>
              <a:rPr dirty="0" spc="-20"/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details</a:t>
            </a:r>
            <a:r>
              <a:rPr dirty="0"/>
              <a:t>,</a:t>
            </a:r>
            <a:r>
              <a:rPr dirty="0" u="heavy" spc="-4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or</a:t>
            </a:r>
            <a:r>
              <a:rPr dirty="0" u="heavy" spc="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FF3131"/>
                  </a:solidFill>
                </a:uFill>
              </a:rPr>
              <a:t>personal</a:t>
            </a:r>
            <a:r>
              <a:rPr dirty="0" u="heavy" spc="5">
                <a:uFill>
                  <a:solidFill>
                    <a:srgbClr val="FF3131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FF3131"/>
                  </a:solidFill>
                </a:uFill>
              </a:rPr>
              <a:t>data.</a:t>
            </a:r>
          </a:p>
        </p:txBody>
      </p:sp>
      <p:sp>
        <p:nvSpPr>
          <p:cNvPr id="9" name="object 9"/>
          <p:cNvSpPr/>
          <p:nvPr/>
        </p:nvSpPr>
        <p:spPr>
          <a:xfrm>
            <a:off x="219915" y="61722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50" y="3086099"/>
                </a:moveTo>
                <a:lnTo>
                  <a:pt x="1494988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6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7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8"/>
                </a:lnTo>
                <a:lnTo>
                  <a:pt x="603092" y="2766864"/>
                </a:lnTo>
                <a:lnTo>
                  <a:pt x="568012" y="2739065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7"/>
                </a:lnTo>
                <a:lnTo>
                  <a:pt x="292441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4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5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6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1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1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7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6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8" y="734"/>
                </a:lnTo>
                <a:lnTo>
                  <a:pt x="1543050" y="0"/>
                </a:lnTo>
                <a:lnTo>
                  <a:pt x="1591112" y="734"/>
                </a:lnTo>
                <a:lnTo>
                  <a:pt x="1638808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3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1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2"/>
                </a:lnTo>
                <a:lnTo>
                  <a:pt x="2766864" y="603092"/>
                </a:lnTo>
                <a:lnTo>
                  <a:pt x="2793658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2" y="790281"/>
                </a:lnTo>
                <a:lnTo>
                  <a:pt x="2911785" y="829926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1" y="952894"/>
                </a:lnTo>
                <a:lnTo>
                  <a:pt x="2985999" y="995155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5" y="1494987"/>
                </a:lnTo>
                <a:lnTo>
                  <a:pt x="3086100" y="1543049"/>
                </a:lnTo>
                <a:lnTo>
                  <a:pt x="3085365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4"/>
                </a:lnTo>
                <a:lnTo>
                  <a:pt x="2969221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2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8" y="2447112"/>
                </a:lnTo>
                <a:lnTo>
                  <a:pt x="2766864" y="2483007"/>
                </a:lnTo>
                <a:lnTo>
                  <a:pt x="2739065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5"/>
                </a:lnTo>
                <a:lnTo>
                  <a:pt x="2483007" y="2766864"/>
                </a:lnTo>
                <a:lnTo>
                  <a:pt x="2447112" y="2793658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3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8" y="3083177"/>
                </a:lnTo>
                <a:lnTo>
                  <a:pt x="1591112" y="3085365"/>
                </a:lnTo>
                <a:lnTo>
                  <a:pt x="1543050" y="308609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35915" y="6481539"/>
            <a:ext cx="1016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3.4</a:t>
            </a:r>
            <a:r>
              <a:rPr dirty="0" sz="3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13640" y="6178027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49" y="3086099"/>
                </a:moveTo>
                <a:lnTo>
                  <a:pt x="1494987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6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7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2" y="2766864"/>
                </a:lnTo>
                <a:lnTo>
                  <a:pt x="568012" y="2739064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2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2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7"/>
                </a:lnTo>
                <a:lnTo>
                  <a:pt x="734" y="1591111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59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5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6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2" y="638987"/>
                </a:lnTo>
                <a:lnTo>
                  <a:pt x="319235" y="603092"/>
                </a:lnTo>
                <a:lnTo>
                  <a:pt x="347034" y="568011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7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1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6"/>
                </a:lnTo>
                <a:lnTo>
                  <a:pt x="829927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6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9" y="0"/>
                </a:lnTo>
                <a:lnTo>
                  <a:pt x="1591111" y="734"/>
                </a:lnTo>
                <a:lnTo>
                  <a:pt x="1638807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3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6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1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7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1"/>
                </a:lnTo>
                <a:lnTo>
                  <a:pt x="2766864" y="603092"/>
                </a:lnTo>
                <a:lnTo>
                  <a:pt x="2793658" y="638987"/>
                </a:lnTo>
                <a:lnTo>
                  <a:pt x="2819423" y="675675"/>
                </a:lnTo>
                <a:lnTo>
                  <a:pt x="2844141" y="713134"/>
                </a:lnTo>
                <a:lnTo>
                  <a:pt x="2867787" y="751343"/>
                </a:lnTo>
                <a:lnTo>
                  <a:pt x="2890343" y="790281"/>
                </a:lnTo>
                <a:lnTo>
                  <a:pt x="2911785" y="829926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2" y="952894"/>
                </a:lnTo>
                <a:lnTo>
                  <a:pt x="2985999" y="995155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59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6" y="1494987"/>
                </a:lnTo>
                <a:lnTo>
                  <a:pt x="3086100" y="1543049"/>
                </a:lnTo>
                <a:lnTo>
                  <a:pt x="3085366" y="1591111"/>
                </a:lnTo>
                <a:lnTo>
                  <a:pt x="3083177" y="1638807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2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3" y="2295818"/>
                </a:lnTo>
                <a:lnTo>
                  <a:pt x="2867787" y="2334756"/>
                </a:lnTo>
                <a:lnTo>
                  <a:pt x="2844141" y="2372965"/>
                </a:lnTo>
                <a:lnTo>
                  <a:pt x="2819423" y="2410424"/>
                </a:lnTo>
                <a:lnTo>
                  <a:pt x="2793658" y="2447112"/>
                </a:lnTo>
                <a:lnTo>
                  <a:pt x="2766864" y="2483006"/>
                </a:lnTo>
                <a:lnTo>
                  <a:pt x="2739065" y="2518087"/>
                </a:lnTo>
                <a:lnTo>
                  <a:pt x="2710280" y="2552332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4"/>
                </a:lnTo>
                <a:lnTo>
                  <a:pt x="2483007" y="2766864"/>
                </a:lnTo>
                <a:lnTo>
                  <a:pt x="2447112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3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7" y="3083177"/>
                </a:lnTo>
                <a:lnTo>
                  <a:pt x="1591111" y="3085365"/>
                </a:lnTo>
                <a:lnTo>
                  <a:pt x="1543049" y="308609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25039" y="6527258"/>
            <a:ext cx="863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Times New Roman"/>
                <a:cs typeface="Times New Roman"/>
              </a:rPr>
              <a:t>36%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233" y="7583157"/>
            <a:ext cx="212534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1655" marR="5080" indent="-52959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emails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day.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07365" y="61722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49" y="3086099"/>
                </a:moveTo>
                <a:lnTo>
                  <a:pt x="1494987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5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6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8"/>
                </a:lnTo>
                <a:lnTo>
                  <a:pt x="603092" y="2766864"/>
                </a:lnTo>
                <a:lnTo>
                  <a:pt x="568012" y="2739065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7"/>
                </a:lnTo>
                <a:lnTo>
                  <a:pt x="292441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4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5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6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1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1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6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5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9" y="0"/>
                </a:lnTo>
                <a:lnTo>
                  <a:pt x="1591111" y="734"/>
                </a:lnTo>
                <a:lnTo>
                  <a:pt x="1638807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3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1"/>
                </a:lnTo>
                <a:lnTo>
                  <a:pt x="2483006" y="319235"/>
                </a:lnTo>
                <a:lnTo>
                  <a:pt x="2518087" y="347034"/>
                </a:lnTo>
                <a:lnTo>
                  <a:pt x="2552332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4" y="568012"/>
                </a:lnTo>
                <a:lnTo>
                  <a:pt x="2766864" y="603092"/>
                </a:lnTo>
                <a:lnTo>
                  <a:pt x="2793657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2" y="790281"/>
                </a:lnTo>
                <a:lnTo>
                  <a:pt x="2911785" y="829926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1" y="952894"/>
                </a:lnTo>
                <a:lnTo>
                  <a:pt x="2985999" y="995155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5" y="1494987"/>
                </a:lnTo>
                <a:lnTo>
                  <a:pt x="3086099" y="1543049"/>
                </a:lnTo>
                <a:lnTo>
                  <a:pt x="3085365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4"/>
                </a:lnTo>
                <a:lnTo>
                  <a:pt x="2969221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2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7" y="2447112"/>
                </a:lnTo>
                <a:lnTo>
                  <a:pt x="2766864" y="2483007"/>
                </a:lnTo>
                <a:lnTo>
                  <a:pt x="2739064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2" y="2710280"/>
                </a:lnTo>
                <a:lnTo>
                  <a:pt x="2518087" y="2739065"/>
                </a:lnTo>
                <a:lnTo>
                  <a:pt x="2483006" y="2766864"/>
                </a:lnTo>
                <a:lnTo>
                  <a:pt x="2447112" y="2793658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3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7" y="3083177"/>
                </a:lnTo>
                <a:lnTo>
                  <a:pt x="1591111" y="3085365"/>
                </a:lnTo>
                <a:lnTo>
                  <a:pt x="1543049" y="308609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058166" y="6527163"/>
            <a:ext cx="1384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$17.7K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7716" y="7583157"/>
            <a:ext cx="23177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178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6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breaches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involve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2495" y="7583157"/>
            <a:ext cx="21158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marR="5080" indent="-26606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Lost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minute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74440" y="2451763"/>
            <a:ext cx="7468234" cy="6812915"/>
          </a:xfrm>
          <a:custGeom>
            <a:avLst/>
            <a:gdLst/>
            <a:ahLst/>
            <a:cxnLst/>
            <a:rect l="l" t="t" r="r" b="b"/>
            <a:pathLst>
              <a:path w="7468234" h="6812915">
                <a:moveTo>
                  <a:pt x="6515503" y="6812364"/>
                </a:moveTo>
                <a:lnTo>
                  <a:pt x="952499" y="6812364"/>
                </a:lnTo>
                <a:lnTo>
                  <a:pt x="904960" y="6811198"/>
                </a:lnTo>
                <a:lnTo>
                  <a:pt x="858024" y="6807737"/>
                </a:lnTo>
                <a:lnTo>
                  <a:pt x="811746" y="6802036"/>
                </a:lnTo>
                <a:lnTo>
                  <a:pt x="766181" y="6794149"/>
                </a:lnTo>
                <a:lnTo>
                  <a:pt x="721382" y="6784131"/>
                </a:lnTo>
                <a:lnTo>
                  <a:pt x="677405" y="6772036"/>
                </a:lnTo>
                <a:lnTo>
                  <a:pt x="634304" y="6757919"/>
                </a:lnTo>
                <a:lnTo>
                  <a:pt x="592134" y="6741834"/>
                </a:lnTo>
                <a:lnTo>
                  <a:pt x="550950" y="6723836"/>
                </a:lnTo>
                <a:lnTo>
                  <a:pt x="510805" y="6703980"/>
                </a:lnTo>
                <a:lnTo>
                  <a:pt x="471755" y="6682320"/>
                </a:lnTo>
                <a:lnTo>
                  <a:pt x="433854" y="6658910"/>
                </a:lnTo>
                <a:lnTo>
                  <a:pt x="397156" y="6633806"/>
                </a:lnTo>
                <a:lnTo>
                  <a:pt x="361716" y="6607061"/>
                </a:lnTo>
                <a:lnTo>
                  <a:pt x="327590" y="6578731"/>
                </a:lnTo>
                <a:lnTo>
                  <a:pt x="294830" y="6548870"/>
                </a:lnTo>
                <a:lnTo>
                  <a:pt x="263493" y="6517533"/>
                </a:lnTo>
                <a:lnTo>
                  <a:pt x="233632" y="6484774"/>
                </a:lnTo>
                <a:lnTo>
                  <a:pt x="205302" y="6450647"/>
                </a:lnTo>
                <a:lnTo>
                  <a:pt x="178557" y="6415207"/>
                </a:lnTo>
                <a:lnTo>
                  <a:pt x="153453" y="6378510"/>
                </a:lnTo>
                <a:lnTo>
                  <a:pt x="130044" y="6340609"/>
                </a:lnTo>
                <a:lnTo>
                  <a:pt x="108384" y="6301558"/>
                </a:lnTo>
                <a:lnTo>
                  <a:pt x="88527" y="6261414"/>
                </a:lnTo>
                <a:lnTo>
                  <a:pt x="70530" y="6220229"/>
                </a:lnTo>
                <a:lnTo>
                  <a:pt x="54445" y="6178059"/>
                </a:lnTo>
                <a:lnTo>
                  <a:pt x="40327" y="6134958"/>
                </a:lnTo>
                <a:lnTo>
                  <a:pt x="28232" y="6090981"/>
                </a:lnTo>
                <a:lnTo>
                  <a:pt x="18214" y="6046183"/>
                </a:lnTo>
                <a:lnTo>
                  <a:pt x="10327" y="6000617"/>
                </a:lnTo>
                <a:lnTo>
                  <a:pt x="4626" y="5954339"/>
                </a:lnTo>
                <a:lnTo>
                  <a:pt x="1165" y="5907403"/>
                </a:lnTo>
                <a:lnTo>
                  <a:pt x="0" y="5859864"/>
                </a:lnTo>
                <a:lnTo>
                  <a:pt x="0" y="952499"/>
                </a:lnTo>
                <a:lnTo>
                  <a:pt x="1165" y="904960"/>
                </a:lnTo>
                <a:lnTo>
                  <a:pt x="4626" y="858024"/>
                </a:lnTo>
                <a:lnTo>
                  <a:pt x="10327" y="811746"/>
                </a:lnTo>
                <a:lnTo>
                  <a:pt x="18214" y="766180"/>
                </a:lnTo>
                <a:lnTo>
                  <a:pt x="28232" y="721382"/>
                </a:lnTo>
                <a:lnTo>
                  <a:pt x="40327" y="677405"/>
                </a:lnTo>
                <a:lnTo>
                  <a:pt x="54445" y="634304"/>
                </a:lnTo>
                <a:lnTo>
                  <a:pt x="70530" y="592134"/>
                </a:lnTo>
                <a:lnTo>
                  <a:pt x="88527" y="550950"/>
                </a:lnTo>
                <a:lnTo>
                  <a:pt x="108384" y="510805"/>
                </a:lnTo>
                <a:lnTo>
                  <a:pt x="130044" y="471754"/>
                </a:lnTo>
                <a:lnTo>
                  <a:pt x="153453" y="433853"/>
                </a:lnTo>
                <a:lnTo>
                  <a:pt x="178557" y="397156"/>
                </a:lnTo>
                <a:lnTo>
                  <a:pt x="205302" y="361716"/>
                </a:lnTo>
                <a:lnTo>
                  <a:pt x="233632" y="327590"/>
                </a:lnTo>
                <a:lnTo>
                  <a:pt x="263493" y="294830"/>
                </a:lnTo>
                <a:lnTo>
                  <a:pt x="294830" y="263493"/>
                </a:lnTo>
                <a:lnTo>
                  <a:pt x="327590" y="233632"/>
                </a:lnTo>
                <a:lnTo>
                  <a:pt x="361716" y="205302"/>
                </a:lnTo>
                <a:lnTo>
                  <a:pt x="397156" y="178557"/>
                </a:lnTo>
                <a:lnTo>
                  <a:pt x="433854" y="153453"/>
                </a:lnTo>
                <a:lnTo>
                  <a:pt x="471755" y="130044"/>
                </a:lnTo>
                <a:lnTo>
                  <a:pt x="510805" y="108384"/>
                </a:lnTo>
                <a:lnTo>
                  <a:pt x="550950" y="88527"/>
                </a:lnTo>
                <a:lnTo>
                  <a:pt x="592134" y="70529"/>
                </a:lnTo>
                <a:lnTo>
                  <a:pt x="634304" y="54445"/>
                </a:lnTo>
                <a:lnTo>
                  <a:pt x="677405" y="40327"/>
                </a:lnTo>
                <a:lnTo>
                  <a:pt x="721382" y="28232"/>
                </a:lnTo>
                <a:lnTo>
                  <a:pt x="766181" y="18214"/>
                </a:lnTo>
                <a:lnTo>
                  <a:pt x="811746" y="10327"/>
                </a:lnTo>
                <a:lnTo>
                  <a:pt x="858024" y="4626"/>
                </a:lnTo>
                <a:lnTo>
                  <a:pt x="904960" y="1165"/>
                </a:lnTo>
                <a:lnTo>
                  <a:pt x="952499" y="0"/>
                </a:lnTo>
                <a:lnTo>
                  <a:pt x="6515503" y="0"/>
                </a:lnTo>
                <a:lnTo>
                  <a:pt x="6563043" y="1165"/>
                </a:lnTo>
                <a:lnTo>
                  <a:pt x="6609979" y="4626"/>
                </a:lnTo>
                <a:lnTo>
                  <a:pt x="6656257" y="10327"/>
                </a:lnTo>
                <a:lnTo>
                  <a:pt x="6701822" y="18214"/>
                </a:lnTo>
                <a:lnTo>
                  <a:pt x="6746621" y="28232"/>
                </a:lnTo>
                <a:lnTo>
                  <a:pt x="6790598" y="40327"/>
                </a:lnTo>
                <a:lnTo>
                  <a:pt x="6833699" y="54445"/>
                </a:lnTo>
                <a:lnTo>
                  <a:pt x="6875869" y="70529"/>
                </a:lnTo>
                <a:lnTo>
                  <a:pt x="6917053" y="88527"/>
                </a:lnTo>
                <a:lnTo>
                  <a:pt x="6957198" y="108384"/>
                </a:lnTo>
                <a:lnTo>
                  <a:pt x="6996248" y="130044"/>
                </a:lnTo>
                <a:lnTo>
                  <a:pt x="7034150" y="153453"/>
                </a:lnTo>
                <a:lnTo>
                  <a:pt x="7070847" y="178557"/>
                </a:lnTo>
                <a:lnTo>
                  <a:pt x="7106287" y="205302"/>
                </a:lnTo>
                <a:lnTo>
                  <a:pt x="7140413" y="233632"/>
                </a:lnTo>
                <a:lnTo>
                  <a:pt x="7173173" y="263493"/>
                </a:lnTo>
                <a:lnTo>
                  <a:pt x="7204510" y="294830"/>
                </a:lnTo>
                <a:lnTo>
                  <a:pt x="7234371" y="327590"/>
                </a:lnTo>
                <a:lnTo>
                  <a:pt x="7262701" y="361716"/>
                </a:lnTo>
                <a:lnTo>
                  <a:pt x="7289446" y="397156"/>
                </a:lnTo>
                <a:lnTo>
                  <a:pt x="7314550" y="433853"/>
                </a:lnTo>
                <a:lnTo>
                  <a:pt x="7337959" y="471754"/>
                </a:lnTo>
                <a:lnTo>
                  <a:pt x="7359619" y="510805"/>
                </a:lnTo>
                <a:lnTo>
                  <a:pt x="7379476" y="550950"/>
                </a:lnTo>
                <a:lnTo>
                  <a:pt x="7397474" y="592134"/>
                </a:lnTo>
                <a:lnTo>
                  <a:pt x="7413558" y="634304"/>
                </a:lnTo>
                <a:lnTo>
                  <a:pt x="7427676" y="677405"/>
                </a:lnTo>
                <a:lnTo>
                  <a:pt x="7439771" y="721382"/>
                </a:lnTo>
                <a:lnTo>
                  <a:pt x="7449789" y="766180"/>
                </a:lnTo>
                <a:lnTo>
                  <a:pt x="7457676" y="811746"/>
                </a:lnTo>
                <a:lnTo>
                  <a:pt x="7463377" y="858024"/>
                </a:lnTo>
                <a:lnTo>
                  <a:pt x="7466838" y="904960"/>
                </a:lnTo>
                <a:lnTo>
                  <a:pt x="7468003" y="952499"/>
                </a:lnTo>
                <a:lnTo>
                  <a:pt x="7468003" y="5859864"/>
                </a:lnTo>
                <a:lnTo>
                  <a:pt x="7466838" y="5907403"/>
                </a:lnTo>
                <a:lnTo>
                  <a:pt x="7463377" y="5954339"/>
                </a:lnTo>
                <a:lnTo>
                  <a:pt x="7457676" y="6000617"/>
                </a:lnTo>
                <a:lnTo>
                  <a:pt x="7449789" y="6046183"/>
                </a:lnTo>
                <a:lnTo>
                  <a:pt x="7439771" y="6090981"/>
                </a:lnTo>
                <a:lnTo>
                  <a:pt x="7427676" y="6134958"/>
                </a:lnTo>
                <a:lnTo>
                  <a:pt x="7413558" y="6178059"/>
                </a:lnTo>
                <a:lnTo>
                  <a:pt x="7397474" y="6220229"/>
                </a:lnTo>
                <a:lnTo>
                  <a:pt x="7379476" y="6261414"/>
                </a:lnTo>
                <a:lnTo>
                  <a:pt x="7359619" y="6301558"/>
                </a:lnTo>
                <a:lnTo>
                  <a:pt x="7337959" y="6340609"/>
                </a:lnTo>
                <a:lnTo>
                  <a:pt x="7314550" y="6378510"/>
                </a:lnTo>
                <a:lnTo>
                  <a:pt x="7289446" y="6415207"/>
                </a:lnTo>
                <a:lnTo>
                  <a:pt x="7262701" y="6450647"/>
                </a:lnTo>
                <a:lnTo>
                  <a:pt x="7234371" y="6484774"/>
                </a:lnTo>
                <a:lnTo>
                  <a:pt x="7204510" y="6517533"/>
                </a:lnTo>
                <a:lnTo>
                  <a:pt x="7173173" y="6548870"/>
                </a:lnTo>
                <a:lnTo>
                  <a:pt x="7140413" y="6578731"/>
                </a:lnTo>
                <a:lnTo>
                  <a:pt x="7106287" y="6607061"/>
                </a:lnTo>
                <a:lnTo>
                  <a:pt x="7070847" y="6633806"/>
                </a:lnTo>
                <a:lnTo>
                  <a:pt x="7034150" y="6658910"/>
                </a:lnTo>
                <a:lnTo>
                  <a:pt x="6996248" y="6682320"/>
                </a:lnTo>
                <a:lnTo>
                  <a:pt x="6957198" y="6703980"/>
                </a:lnTo>
                <a:lnTo>
                  <a:pt x="6917053" y="6723836"/>
                </a:lnTo>
                <a:lnTo>
                  <a:pt x="6875869" y="6741834"/>
                </a:lnTo>
                <a:lnTo>
                  <a:pt x="6833699" y="6757919"/>
                </a:lnTo>
                <a:lnTo>
                  <a:pt x="6790598" y="6772036"/>
                </a:lnTo>
                <a:lnTo>
                  <a:pt x="6746621" y="6784131"/>
                </a:lnTo>
                <a:lnTo>
                  <a:pt x="6701822" y="6794149"/>
                </a:lnTo>
                <a:lnTo>
                  <a:pt x="6656257" y="6802036"/>
                </a:lnTo>
                <a:lnTo>
                  <a:pt x="6609979" y="6807737"/>
                </a:lnTo>
                <a:lnTo>
                  <a:pt x="6563043" y="6811198"/>
                </a:lnTo>
                <a:lnTo>
                  <a:pt x="6515503" y="6812364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111827" y="2801524"/>
            <a:ext cx="21932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Why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Works?..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05857" y="3674068"/>
            <a:ext cx="377634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345">
                <a:latin typeface="Segoe UI Symbol"/>
                <a:cs typeface="Segoe UI Symbol"/>
              </a:rPr>
              <a:t>😰</a:t>
            </a:r>
            <a:r>
              <a:rPr dirty="0" sz="2900" spc="434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Exploits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fear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urgency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03922" y="4513079"/>
            <a:ext cx="4128135" cy="15259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solidFill>
                  <a:srgbClr val="FFFFFF"/>
                </a:solidFill>
                <a:latin typeface="Segoe UI Symbol"/>
                <a:cs typeface="Segoe UI Symbol"/>
              </a:rPr>
              <a:t>🎭</a:t>
            </a:r>
            <a:r>
              <a:rPr dirty="0" sz="2950" spc="3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trusted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brand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logos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5"/>
              </a:spcBef>
            </a:pPr>
            <a:endParaRPr sz="26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</a:pPr>
            <a:r>
              <a:rPr dirty="0" sz="2950" spc="350">
                <a:solidFill>
                  <a:srgbClr val="FFFFFF"/>
                </a:solidFill>
                <a:latin typeface="Segoe UI Symbol"/>
                <a:cs typeface="Segoe UI Symbol"/>
              </a:rPr>
              <a:t>📧</a:t>
            </a:r>
            <a:r>
              <a:rPr dirty="0" sz="2950" spc="34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Mimics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real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formats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8387" y="6609277"/>
            <a:ext cx="432435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solidFill>
                  <a:srgbClr val="FFFFFF"/>
                </a:solidFill>
                <a:latin typeface="Segoe UI Symbol"/>
                <a:cs typeface="Segoe UI Symbol"/>
              </a:rPr>
              <a:t>🤖</a:t>
            </a:r>
            <a:r>
              <a:rPr dirty="0" sz="2950" spc="2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now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convincing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82788" y="7626020"/>
            <a:ext cx="384175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445">
                <a:solidFill>
                  <a:srgbClr val="FFFFFF"/>
                </a:solidFill>
                <a:latin typeface="Segoe UI Symbol"/>
                <a:cs typeface="Segoe UI Symbol"/>
              </a:rPr>
              <a:t>📱</a:t>
            </a:r>
            <a:r>
              <a:rPr dirty="0" sz="2950" spc="120">
                <a:solidFill>
                  <a:srgbClr val="FFFFFF"/>
                </a:solidFill>
                <a:latin typeface="Segoe UI Symbol"/>
                <a:cs typeface="Segoe UI Symbol"/>
              </a:rPr>
              <a:t> 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Works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/>
              <a:t>TYPES</a:t>
            </a:r>
            <a:r>
              <a:rPr dirty="0" sz="4700" spc="-75"/>
              <a:t> </a:t>
            </a:r>
            <a:r>
              <a:rPr dirty="0" sz="4700"/>
              <a:t>OF</a:t>
            </a:r>
            <a:r>
              <a:rPr dirty="0" sz="4700" spc="-50"/>
              <a:t> </a:t>
            </a:r>
            <a:r>
              <a:rPr dirty="0" sz="4700" spc="-25"/>
              <a:t>PHISHING</a:t>
            </a:r>
            <a:r>
              <a:rPr dirty="0" sz="4700" spc="-270"/>
              <a:t> </a:t>
            </a:r>
            <a:r>
              <a:rPr dirty="0" sz="4700" spc="-505"/>
              <a:t>A</a:t>
            </a:r>
            <a:r>
              <a:rPr dirty="0" sz="4700" spc="20"/>
              <a:t>T</a:t>
            </a:r>
            <a:r>
              <a:rPr dirty="0" sz="4700" spc="-355"/>
              <a:t>T</a:t>
            </a:r>
            <a:r>
              <a:rPr dirty="0" sz="4700" spc="20"/>
              <a:t>ACK</a:t>
            </a:r>
            <a:r>
              <a:rPr dirty="0" sz="4700" spc="25"/>
              <a:t>S...</a:t>
            </a:r>
            <a:r>
              <a:rPr dirty="0" sz="4700" spc="30"/>
              <a:t>.</a:t>
            </a:r>
            <a:endParaRPr sz="4700"/>
          </a:p>
        </p:txBody>
      </p:sp>
      <p:grpSp>
        <p:nvGrpSpPr>
          <p:cNvPr id="2" name="object 2"/>
          <p:cNvGrpSpPr/>
          <p:nvPr/>
        </p:nvGrpSpPr>
        <p:grpSpPr>
          <a:xfrm>
            <a:off x="0" y="1688948"/>
            <a:ext cx="18278475" cy="8223884"/>
            <a:chOff x="0" y="1688948"/>
            <a:chExt cx="18278475" cy="8223884"/>
          </a:xfrm>
        </p:grpSpPr>
        <p:sp>
          <p:nvSpPr>
            <p:cNvPr id="3" name="object 3"/>
            <p:cNvSpPr/>
            <p:nvPr/>
          </p:nvSpPr>
          <p:spPr>
            <a:xfrm>
              <a:off x="0" y="1688948"/>
              <a:ext cx="18278475" cy="8223884"/>
            </a:xfrm>
            <a:custGeom>
              <a:avLst/>
              <a:gdLst/>
              <a:ahLst/>
              <a:cxnLst/>
              <a:rect l="l" t="t" r="r" b="b"/>
              <a:pathLst>
                <a:path w="18278475" h="8223884">
                  <a:moveTo>
                    <a:pt x="1827844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78445" y="0"/>
                  </a:lnTo>
                  <a:lnTo>
                    <a:pt x="1827844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3828" y="2262275"/>
              <a:ext cx="16835755" cy="6802120"/>
            </a:xfrm>
            <a:custGeom>
              <a:avLst/>
              <a:gdLst/>
              <a:ahLst/>
              <a:cxnLst/>
              <a:rect l="l" t="t" r="r" b="b"/>
              <a:pathLst>
                <a:path w="16835755" h="6802120">
                  <a:moveTo>
                    <a:pt x="5074958" y="4568380"/>
                  </a:moveTo>
                  <a:lnTo>
                    <a:pt x="5069929" y="4527601"/>
                  </a:lnTo>
                  <a:lnTo>
                    <a:pt x="5062042" y="4482033"/>
                  </a:lnTo>
                  <a:lnTo>
                    <a:pt x="5052022" y="4437240"/>
                  </a:lnTo>
                  <a:lnTo>
                    <a:pt x="5039931" y="4393260"/>
                  </a:lnTo>
                  <a:lnTo>
                    <a:pt x="5025809" y="4350156"/>
                  </a:lnTo>
                  <a:lnTo>
                    <a:pt x="5009731" y="4307992"/>
                  </a:lnTo>
                  <a:lnTo>
                    <a:pt x="4991735" y="4266806"/>
                  </a:lnTo>
                  <a:lnTo>
                    <a:pt x="4971872" y="4226661"/>
                  </a:lnTo>
                  <a:lnTo>
                    <a:pt x="4950218" y="4187609"/>
                  </a:lnTo>
                  <a:lnTo>
                    <a:pt x="4926800" y="4149712"/>
                  </a:lnTo>
                  <a:lnTo>
                    <a:pt x="4901704" y="4113009"/>
                  </a:lnTo>
                  <a:lnTo>
                    <a:pt x="4874958" y="4077576"/>
                  </a:lnTo>
                  <a:lnTo>
                    <a:pt x="4846625" y="4043451"/>
                  </a:lnTo>
                  <a:lnTo>
                    <a:pt x="4816767" y="4010685"/>
                  </a:lnTo>
                  <a:lnTo>
                    <a:pt x="4785423" y="3979354"/>
                  </a:lnTo>
                  <a:lnTo>
                    <a:pt x="4752670" y="3949484"/>
                  </a:lnTo>
                  <a:lnTo>
                    <a:pt x="4718545" y="3921163"/>
                  </a:lnTo>
                  <a:lnTo>
                    <a:pt x="4683099" y="3894417"/>
                  </a:lnTo>
                  <a:lnTo>
                    <a:pt x="4646409" y="3869309"/>
                  </a:lnTo>
                  <a:lnTo>
                    <a:pt x="4608500" y="3845903"/>
                  </a:lnTo>
                  <a:lnTo>
                    <a:pt x="4569447" y="3824236"/>
                  </a:lnTo>
                  <a:lnTo>
                    <a:pt x="4529302" y="3804386"/>
                  </a:lnTo>
                  <a:lnTo>
                    <a:pt x="4488116" y="3786390"/>
                  </a:lnTo>
                  <a:lnTo>
                    <a:pt x="4445952" y="3770299"/>
                  </a:lnTo>
                  <a:lnTo>
                    <a:pt x="4402848" y="3756190"/>
                  </a:lnTo>
                  <a:lnTo>
                    <a:pt x="4358868" y="3744087"/>
                  </a:lnTo>
                  <a:lnTo>
                    <a:pt x="4314075" y="3734066"/>
                  </a:lnTo>
                  <a:lnTo>
                    <a:pt x="4268508" y="3726180"/>
                  </a:lnTo>
                  <a:lnTo>
                    <a:pt x="4222229" y="3720477"/>
                  </a:lnTo>
                  <a:lnTo>
                    <a:pt x="4175290" y="3717023"/>
                  </a:lnTo>
                  <a:lnTo>
                    <a:pt x="4127754" y="3715855"/>
                  </a:lnTo>
                  <a:lnTo>
                    <a:pt x="952500" y="3715855"/>
                  </a:lnTo>
                  <a:lnTo>
                    <a:pt x="904963" y="3717023"/>
                  </a:lnTo>
                  <a:lnTo>
                    <a:pt x="858024" y="3720477"/>
                  </a:lnTo>
                  <a:lnTo>
                    <a:pt x="811745" y="3726180"/>
                  </a:lnTo>
                  <a:lnTo>
                    <a:pt x="766178" y="3734066"/>
                  </a:lnTo>
                  <a:lnTo>
                    <a:pt x="721385" y="3744087"/>
                  </a:lnTo>
                  <a:lnTo>
                    <a:pt x="677405" y="3756190"/>
                  </a:lnTo>
                  <a:lnTo>
                    <a:pt x="634301" y="3770299"/>
                  </a:lnTo>
                  <a:lnTo>
                    <a:pt x="592137" y="3786390"/>
                  </a:lnTo>
                  <a:lnTo>
                    <a:pt x="550951" y="3804386"/>
                  </a:lnTo>
                  <a:lnTo>
                    <a:pt x="510806" y="3824236"/>
                  </a:lnTo>
                  <a:lnTo>
                    <a:pt x="471754" y="3845903"/>
                  </a:lnTo>
                  <a:lnTo>
                    <a:pt x="433857" y="3869309"/>
                  </a:lnTo>
                  <a:lnTo>
                    <a:pt x="397154" y="3894417"/>
                  </a:lnTo>
                  <a:lnTo>
                    <a:pt x="361708" y="3921163"/>
                  </a:lnTo>
                  <a:lnTo>
                    <a:pt x="327583" y="3949484"/>
                  </a:lnTo>
                  <a:lnTo>
                    <a:pt x="294830" y="3979354"/>
                  </a:lnTo>
                  <a:lnTo>
                    <a:pt x="263486" y="4010685"/>
                  </a:lnTo>
                  <a:lnTo>
                    <a:pt x="233629" y="4043451"/>
                  </a:lnTo>
                  <a:lnTo>
                    <a:pt x="205295" y="4077576"/>
                  </a:lnTo>
                  <a:lnTo>
                    <a:pt x="178549" y="4113009"/>
                  </a:lnTo>
                  <a:lnTo>
                    <a:pt x="153454" y="4149712"/>
                  </a:lnTo>
                  <a:lnTo>
                    <a:pt x="130035" y="4187609"/>
                  </a:lnTo>
                  <a:lnTo>
                    <a:pt x="108381" y="4226661"/>
                  </a:lnTo>
                  <a:lnTo>
                    <a:pt x="88519" y="4266806"/>
                  </a:lnTo>
                  <a:lnTo>
                    <a:pt x="70523" y="4307992"/>
                  </a:lnTo>
                  <a:lnTo>
                    <a:pt x="54444" y="4350156"/>
                  </a:lnTo>
                  <a:lnTo>
                    <a:pt x="40322" y="4393260"/>
                  </a:lnTo>
                  <a:lnTo>
                    <a:pt x="28232" y="4437240"/>
                  </a:lnTo>
                  <a:lnTo>
                    <a:pt x="18211" y="4482033"/>
                  </a:lnTo>
                  <a:lnTo>
                    <a:pt x="10325" y="4527601"/>
                  </a:lnTo>
                  <a:lnTo>
                    <a:pt x="4622" y="4573879"/>
                  </a:lnTo>
                  <a:lnTo>
                    <a:pt x="1168" y="4620819"/>
                  </a:lnTo>
                  <a:lnTo>
                    <a:pt x="0" y="4668355"/>
                  </a:lnTo>
                  <a:lnTo>
                    <a:pt x="0" y="5849315"/>
                  </a:lnTo>
                  <a:lnTo>
                    <a:pt x="1168" y="5896851"/>
                  </a:lnTo>
                  <a:lnTo>
                    <a:pt x="4622" y="5943790"/>
                  </a:lnTo>
                  <a:lnTo>
                    <a:pt x="10325" y="5990069"/>
                  </a:lnTo>
                  <a:lnTo>
                    <a:pt x="18211" y="6035637"/>
                  </a:lnTo>
                  <a:lnTo>
                    <a:pt x="28232" y="6080430"/>
                  </a:lnTo>
                  <a:lnTo>
                    <a:pt x="40322" y="6124410"/>
                  </a:lnTo>
                  <a:lnTo>
                    <a:pt x="54444" y="6167513"/>
                  </a:lnTo>
                  <a:lnTo>
                    <a:pt x="70523" y="6209677"/>
                  </a:lnTo>
                  <a:lnTo>
                    <a:pt x="88519" y="6250864"/>
                  </a:lnTo>
                  <a:lnTo>
                    <a:pt x="108381" y="6291008"/>
                  </a:lnTo>
                  <a:lnTo>
                    <a:pt x="130035" y="6330061"/>
                  </a:lnTo>
                  <a:lnTo>
                    <a:pt x="153454" y="6367958"/>
                  </a:lnTo>
                  <a:lnTo>
                    <a:pt x="178549" y="6404661"/>
                  </a:lnTo>
                  <a:lnTo>
                    <a:pt x="205295" y="6440094"/>
                  </a:lnTo>
                  <a:lnTo>
                    <a:pt x="233629" y="6474231"/>
                  </a:lnTo>
                  <a:lnTo>
                    <a:pt x="263486" y="6506985"/>
                  </a:lnTo>
                  <a:lnTo>
                    <a:pt x="294830" y="6538328"/>
                  </a:lnTo>
                  <a:lnTo>
                    <a:pt x="327583" y="6568186"/>
                  </a:lnTo>
                  <a:lnTo>
                    <a:pt x="361708" y="6596520"/>
                  </a:lnTo>
                  <a:lnTo>
                    <a:pt x="397154" y="6623253"/>
                  </a:lnTo>
                  <a:lnTo>
                    <a:pt x="433857" y="6648361"/>
                  </a:lnTo>
                  <a:lnTo>
                    <a:pt x="471754" y="6671767"/>
                  </a:lnTo>
                  <a:lnTo>
                    <a:pt x="510806" y="6693433"/>
                  </a:lnTo>
                  <a:lnTo>
                    <a:pt x="550951" y="6713283"/>
                  </a:lnTo>
                  <a:lnTo>
                    <a:pt x="592137" y="6731292"/>
                  </a:lnTo>
                  <a:lnTo>
                    <a:pt x="634301" y="6747370"/>
                  </a:lnTo>
                  <a:lnTo>
                    <a:pt x="677405" y="6761493"/>
                  </a:lnTo>
                  <a:lnTo>
                    <a:pt x="721385" y="6773583"/>
                  </a:lnTo>
                  <a:lnTo>
                    <a:pt x="766178" y="6783603"/>
                  </a:lnTo>
                  <a:lnTo>
                    <a:pt x="811745" y="6791490"/>
                  </a:lnTo>
                  <a:lnTo>
                    <a:pt x="858024" y="6797192"/>
                  </a:lnTo>
                  <a:lnTo>
                    <a:pt x="904963" y="6800647"/>
                  </a:lnTo>
                  <a:lnTo>
                    <a:pt x="952500" y="6801815"/>
                  </a:lnTo>
                  <a:lnTo>
                    <a:pt x="4127754" y="6801815"/>
                  </a:lnTo>
                  <a:lnTo>
                    <a:pt x="4175290" y="6800647"/>
                  </a:lnTo>
                  <a:lnTo>
                    <a:pt x="4222229" y="6797192"/>
                  </a:lnTo>
                  <a:lnTo>
                    <a:pt x="4268508" y="6791490"/>
                  </a:lnTo>
                  <a:lnTo>
                    <a:pt x="4314075" y="6783603"/>
                  </a:lnTo>
                  <a:lnTo>
                    <a:pt x="4358868" y="6773583"/>
                  </a:lnTo>
                  <a:lnTo>
                    <a:pt x="4402848" y="6761493"/>
                  </a:lnTo>
                  <a:lnTo>
                    <a:pt x="4445952" y="6747370"/>
                  </a:lnTo>
                  <a:lnTo>
                    <a:pt x="4488116" y="6731292"/>
                  </a:lnTo>
                  <a:lnTo>
                    <a:pt x="4529302" y="6713283"/>
                  </a:lnTo>
                  <a:lnTo>
                    <a:pt x="4569447" y="6693433"/>
                  </a:lnTo>
                  <a:lnTo>
                    <a:pt x="4608500" y="6671767"/>
                  </a:lnTo>
                  <a:lnTo>
                    <a:pt x="4646409" y="6648361"/>
                  </a:lnTo>
                  <a:lnTo>
                    <a:pt x="4683099" y="6623253"/>
                  </a:lnTo>
                  <a:lnTo>
                    <a:pt x="4718545" y="6596520"/>
                  </a:lnTo>
                  <a:lnTo>
                    <a:pt x="4752670" y="6568186"/>
                  </a:lnTo>
                  <a:lnTo>
                    <a:pt x="4785423" y="6538328"/>
                  </a:lnTo>
                  <a:lnTo>
                    <a:pt x="4816767" y="6506985"/>
                  </a:lnTo>
                  <a:lnTo>
                    <a:pt x="4846625" y="6474231"/>
                  </a:lnTo>
                  <a:lnTo>
                    <a:pt x="4874958" y="6440094"/>
                  </a:lnTo>
                  <a:lnTo>
                    <a:pt x="4901704" y="6404661"/>
                  </a:lnTo>
                  <a:lnTo>
                    <a:pt x="4926800" y="6367958"/>
                  </a:lnTo>
                  <a:lnTo>
                    <a:pt x="4950218" y="6330061"/>
                  </a:lnTo>
                  <a:lnTo>
                    <a:pt x="4971872" y="6291008"/>
                  </a:lnTo>
                  <a:lnTo>
                    <a:pt x="4991735" y="6250864"/>
                  </a:lnTo>
                  <a:lnTo>
                    <a:pt x="5009731" y="6209677"/>
                  </a:lnTo>
                  <a:lnTo>
                    <a:pt x="5025809" y="6167513"/>
                  </a:lnTo>
                  <a:lnTo>
                    <a:pt x="5039931" y="6124410"/>
                  </a:lnTo>
                  <a:lnTo>
                    <a:pt x="5052022" y="6080430"/>
                  </a:lnTo>
                  <a:lnTo>
                    <a:pt x="5062042" y="6035637"/>
                  </a:lnTo>
                  <a:lnTo>
                    <a:pt x="5069929" y="5990069"/>
                  </a:lnTo>
                  <a:lnTo>
                    <a:pt x="5074958" y="5949289"/>
                  </a:lnTo>
                  <a:lnTo>
                    <a:pt x="5074958" y="4568380"/>
                  </a:lnTo>
                  <a:close/>
                </a:path>
                <a:path w="16835755" h="6802120">
                  <a:moveTo>
                    <a:pt x="5074958" y="852512"/>
                  </a:moveTo>
                  <a:lnTo>
                    <a:pt x="5069929" y="811745"/>
                  </a:lnTo>
                  <a:lnTo>
                    <a:pt x="5062042" y="766178"/>
                  </a:lnTo>
                  <a:lnTo>
                    <a:pt x="5052022" y="721372"/>
                  </a:lnTo>
                  <a:lnTo>
                    <a:pt x="5039931" y="677405"/>
                  </a:lnTo>
                  <a:lnTo>
                    <a:pt x="5025809" y="634301"/>
                  </a:lnTo>
                  <a:lnTo>
                    <a:pt x="5009731" y="592124"/>
                  </a:lnTo>
                  <a:lnTo>
                    <a:pt x="4991735" y="550938"/>
                  </a:lnTo>
                  <a:lnTo>
                    <a:pt x="4971872" y="510794"/>
                  </a:lnTo>
                  <a:lnTo>
                    <a:pt x="4950218" y="471754"/>
                  </a:lnTo>
                  <a:lnTo>
                    <a:pt x="4926800" y="433844"/>
                  </a:lnTo>
                  <a:lnTo>
                    <a:pt x="4901704" y="397154"/>
                  </a:lnTo>
                  <a:lnTo>
                    <a:pt x="4874958" y="361708"/>
                  </a:lnTo>
                  <a:lnTo>
                    <a:pt x="4846625" y="327583"/>
                  </a:lnTo>
                  <a:lnTo>
                    <a:pt x="4816767" y="294830"/>
                  </a:lnTo>
                  <a:lnTo>
                    <a:pt x="4785423" y="263486"/>
                  </a:lnTo>
                  <a:lnTo>
                    <a:pt x="4752670" y="233629"/>
                  </a:lnTo>
                  <a:lnTo>
                    <a:pt x="4718545" y="205295"/>
                  </a:lnTo>
                  <a:lnTo>
                    <a:pt x="4683099" y="178549"/>
                  </a:lnTo>
                  <a:lnTo>
                    <a:pt x="4646409" y="153454"/>
                  </a:lnTo>
                  <a:lnTo>
                    <a:pt x="4608500" y="130035"/>
                  </a:lnTo>
                  <a:lnTo>
                    <a:pt x="4569447" y="108381"/>
                  </a:lnTo>
                  <a:lnTo>
                    <a:pt x="4529302" y="88519"/>
                  </a:lnTo>
                  <a:lnTo>
                    <a:pt x="4488116" y="70523"/>
                  </a:lnTo>
                  <a:lnTo>
                    <a:pt x="4445952" y="54444"/>
                  </a:lnTo>
                  <a:lnTo>
                    <a:pt x="4402848" y="40322"/>
                  </a:lnTo>
                  <a:lnTo>
                    <a:pt x="4358868" y="28232"/>
                  </a:lnTo>
                  <a:lnTo>
                    <a:pt x="4314075" y="18211"/>
                  </a:lnTo>
                  <a:lnTo>
                    <a:pt x="4268508" y="10325"/>
                  </a:lnTo>
                  <a:lnTo>
                    <a:pt x="4222229" y="4622"/>
                  </a:lnTo>
                  <a:lnTo>
                    <a:pt x="4175290" y="1155"/>
                  </a:lnTo>
                  <a:lnTo>
                    <a:pt x="4127754" y="0"/>
                  </a:lnTo>
                  <a:lnTo>
                    <a:pt x="952500" y="0"/>
                  </a:lnTo>
                  <a:lnTo>
                    <a:pt x="904963" y="1155"/>
                  </a:lnTo>
                  <a:lnTo>
                    <a:pt x="858024" y="4622"/>
                  </a:lnTo>
                  <a:lnTo>
                    <a:pt x="811745" y="10325"/>
                  </a:lnTo>
                  <a:lnTo>
                    <a:pt x="766178" y="18211"/>
                  </a:lnTo>
                  <a:lnTo>
                    <a:pt x="721385" y="28232"/>
                  </a:lnTo>
                  <a:lnTo>
                    <a:pt x="677405" y="40322"/>
                  </a:lnTo>
                  <a:lnTo>
                    <a:pt x="634301" y="54444"/>
                  </a:lnTo>
                  <a:lnTo>
                    <a:pt x="592137" y="70523"/>
                  </a:lnTo>
                  <a:lnTo>
                    <a:pt x="550951" y="88519"/>
                  </a:lnTo>
                  <a:lnTo>
                    <a:pt x="510806" y="108381"/>
                  </a:lnTo>
                  <a:lnTo>
                    <a:pt x="471754" y="130035"/>
                  </a:lnTo>
                  <a:lnTo>
                    <a:pt x="433857" y="153454"/>
                  </a:lnTo>
                  <a:lnTo>
                    <a:pt x="397154" y="178549"/>
                  </a:lnTo>
                  <a:lnTo>
                    <a:pt x="361708" y="205295"/>
                  </a:lnTo>
                  <a:lnTo>
                    <a:pt x="327583" y="233629"/>
                  </a:lnTo>
                  <a:lnTo>
                    <a:pt x="294830" y="263486"/>
                  </a:lnTo>
                  <a:lnTo>
                    <a:pt x="263486" y="294830"/>
                  </a:lnTo>
                  <a:lnTo>
                    <a:pt x="233629" y="327583"/>
                  </a:lnTo>
                  <a:lnTo>
                    <a:pt x="205295" y="361708"/>
                  </a:lnTo>
                  <a:lnTo>
                    <a:pt x="178549" y="397154"/>
                  </a:lnTo>
                  <a:lnTo>
                    <a:pt x="153454" y="433844"/>
                  </a:lnTo>
                  <a:lnTo>
                    <a:pt x="130035" y="471754"/>
                  </a:lnTo>
                  <a:lnTo>
                    <a:pt x="108381" y="510794"/>
                  </a:lnTo>
                  <a:lnTo>
                    <a:pt x="88519" y="550938"/>
                  </a:lnTo>
                  <a:lnTo>
                    <a:pt x="70523" y="592124"/>
                  </a:lnTo>
                  <a:lnTo>
                    <a:pt x="54444" y="634301"/>
                  </a:lnTo>
                  <a:lnTo>
                    <a:pt x="40322" y="677405"/>
                  </a:lnTo>
                  <a:lnTo>
                    <a:pt x="28232" y="721372"/>
                  </a:lnTo>
                  <a:lnTo>
                    <a:pt x="18211" y="766178"/>
                  </a:lnTo>
                  <a:lnTo>
                    <a:pt x="10325" y="811745"/>
                  </a:lnTo>
                  <a:lnTo>
                    <a:pt x="4622" y="858024"/>
                  </a:lnTo>
                  <a:lnTo>
                    <a:pt x="1168" y="904951"/>
                  </a:lnTo>
                  <a:lnTo>
                    <a:pt x="0" y="952500"/>
                  </a:lnTo>
                  <a:lnTo>
                    <a:pt x="0" y="2133447"/>
                  </a:lnTo>
                  <a:lnTo>
                    <a:pt x="1168" y="2180996"/>
                  </a:lnTo>
                  <a:lnTo>
                    <a:pt x="4622" y="2227923"/>
                  </a:lnTo>
                  <a:lnTo>
                    <a:pt x="10325" y="2274201"/>
                  </a:lnTo>
                  <a:lnTo>
                    <a:pt x="18211" y="2319769"/>
                  </a:lnTo>
                  <a:lnTo>
                    <a:pt x="28232" y="2364575"/>
                  </a:lnTo>
                  <a:lnTo>
                    <a:pt x="40322" y="2408542"/>
                  </a:lnTo>
                  <a:lnTo>
                    <a:pt x="54444" y="2451646"/>
                  </a:lnTo>
                  <a:lnTo>
                    <a:pt x="70523" y="2493822"/>
                  </a:lnTo>
                  <a:lnTo>
                    <a:pt x="88519" y="2535009"/>
                  </a:lnTo>
                  <a:lnTo>
                    <a:pt x="108381" y="2575153"/>
                  </a:lnTo>
                  <a:lnTo>
                    <a:pt x="130035" y="2614193"/>
                  </a:lnTo>
                  <a:lnTo>
                    <a:pt x="153454" y="2652103"/>
                  </a:lnTo>
                  <a:lnTo>
                    <a:pt x="178549" y="2688793"/>
                  </a:lnTo>
                  <a:lnTo>
                    <a:pt x="205295" y="2724239"/>
                  </a:lnTo>
                  <a:lnTo>
                    <a:pt x="233629" y="2758363"/>
                  </a:lnTo>
                  <a:lnTo>
                    <a:pt x="263486" y="2791117"/>
                  </a:lnTo>
                  <a:lnTo>
                    <a:pt x="294830" y="2822460"/>
                  </a:lnTo>
                  <a:lnTo>
                    <a:pt x="327583" y="2852318"/>
                  </a:lnTo>
                  <a:lnTo>
                    <a:pt x="361708" y="2880652"/>
                  </a:lnTo>
                  <a:lnTo>
                    <a:pt x="397154" y="2907398"/>
                  </a:lnTo>
                  <a:lnTo>
                    <a:pt x="433857" y="2932493"/>
                  </a:lnTo>
                  <a:lnTo>
                    <a:pt x="471754" y="2955912"/>
                  </a:lnTo>
                  <a:lnTo>
                    <a:pt x="510806" y="2977565"/>
                  </a:lnTo>
                  <a:lnTo>
                    <a:pt x="550951" y="2997428"/>
                  </a:lnTo>
                  <a:lnTo>
                    <a:pt x="592137" y="3015424"/>
                  </a:lnTo>
                  <a:lnTo>
                    <a:pt x="634301" y="3031502"/>
                  </a:lnTo>
                  <a:lnTo>
                    <a:pt x="677405" y="3045625"/>
                  </a:lnTo>
                  <a:lnTo>
                    <a:pt x="721385" y="3057715"/>
                  </a:lnTo>
                  <a:lnTo>
                    <a:pt x="766178" y="3067735"/>
                  </a:lnTo>
                  <a:lnTo>
                    <a:pt x="811745" y="3075622"/>
                  </a:lnTo>
                  <a:lnTo>
                    <a:pt x="858024" y="3081324"/>
                  </a:lnTo>
                  <a:lnTo>
                    <a:pt x="904963" y="3084792"/>
                  </a:lnTo>
                  <a:lnTo>
                    <a:pt x="952500" y="3085947"/>
                  </a:lnTo>
                  <a:lnTo>
                    <a:pt x="4127754" y="3085947"/>
                  </a:lnTo>
                  <a:lnTo>
                    <a:pt x="4175290" y="3084792"/>
                  </a:lnTo>
                  <a:lnTo>
                    <a:pt x="4222229" y="3081324"/>
                  </a:lnTo>
                  <a:lnTo>
                    <a:pt x="4268508" y="3075622"/>
                  </a:lnTo>
                  <a:lnTo>
                    <a:pt x="4314075" y="3067735"/>
                  </a:lnTo>
                  <a:lnTo>
                    <a:pt x="4358868" y="3057715"/>
                  </a:lnTo>
                  <a:lnTo>
                    <a:pt x="4402848" y="3045625"/>
                  </a:lnTo>
                  <a:lnTo>
                    <a:pt x="4445952" y="3031502"/>
                  </a:lnTo>
                  <a:lnTo>
                    <a:pt x="4488116" y="3015424"/>
                  </a:lnTo>
                  <a:lnTo>
                    <a:pt x="4529302" y="2997428"/>
                  </a:lnTo>
                  <a:lnTo>
                    <a:pt x="4569447" y="2977565"/>
                  </a:lnTo>
                  <a:lnTo>
                    <a:pt x="4608500" y="2955912"/>
                  </a:lnTo>
                  <a:lnTo>
                    <a:pt x="4646409" y="2932493"/>
                  </a:lnTo>
                  <a:lnTo>
                    <a:pt x="4683099" y="2907398"/>
                  </a:lnTo>
                  <a:lnTo>
                    <a:pt x="4718545" y="2880652"/>
                  </a:lnTo>
                  <a:lnTo>
                    <a:pt x="4752670" y="2852318"/>
                  </a:lnTo>
                  <a:lnTo>
                    <a:pt x="4785423" y="2822460"/>
                  </a:lnTo>
                  <a:lnTo>
                    <a:pt x="4816767" y="2791117"/>
                  </a:lnTo>
                  <a:lnTo>
                    <a:pt x="4846625" y="2758363"/>
                  </a:lnTo>
                  <a:lnTo>
                    <a:pt x="4874958" y="2724239"/>
                  </a:lnTo>
                  <a:lnTo>
                    <a:pt x="4901704" y="2688793"/>
                  </a:lnTo>
                  <a:lnTo>
                    <a:pt x="4926800" y="2652103"/>
                  </a:lnTo>
                  <a:lnTo>
                    <a:pt x="4950218" y="2614193"/>
                  </a:lnTo>
                  <a:lnTo>
                    <a:pt x="4971872" y="2575153"/>
                  </a:lnTo>
                  <a:lnTo>
                    <a:pt x="4991735" y="2535009"/>
                  </a:lnTo>
                  <a:lnTo>
                    <a:pt x="5009731" y="2493822"/>
                  </a:lnTo>
                  <a:lnTo>
                    <a:pt x="5025809" y="2451646"/>
                  </a:lnTo>
                  <a:lnTo>
                    <a:pt x="5039931" y="2408542"/>
                  </a:lnTo>
                  <a:lnTo>
                    <a:pt x="5052022" y="2364575"/>
                  </a:lnTo>
                  <a:lnTo>
                    <a:pt x="5062042" y="2319769"/>
                  </a:lnTo>
                  <a:lnTo>
                    <a:pt x="5069929" y="2274201"/>
                  </a:lnTo>
                  <a:lnTo>
                    <a:pt x="5074958" y="2233422"/>
                  </a:lnTo>
                  <a:lnTo>
                    <a:pt x="5074958" y="852512"/>
                  </a:lnTo>
                  <a:close/>
                </a:path>
                <a:path w="16835755" h="6802120">
                  <a:moveTo>
                    <a:pt x="10964990" y="852512"/>
                  </a:moveTo>
                  <a:lnTo>
                    <a:pt x="10959960" y="811745"/>
                  </a:lnTo>
                  <a:lnTo>
                    <a:pt x="10952074" y="766178"/>
                  </a:lnTo>
                  <a:lnTo>
                    <a:pt x="10942066" y="721372"/>
                  </a:lnTo>
                  <a:lnTo>
                    <a:pt x="10929963" y="677405"/>
                  </a:lnTo>
                  <a:lnTo>
                    <a:pt x="10915853" y="634301"/>
                  </a:lnTo>
                  <a:lnTo>
                    <a:pt x="10899762" y="592124"/>
                  </a:lnTo>
                  <a:lnTo>
                    <a:pt x="10881766" y="550938"/>
                  </a:lnTo>
                  <a:lnTo>
                    <a:pt x="10861904" y="510794"/>
                  </a:lnTo>
                  <a:lnTo>
                    <a:pt x="10840250" y="471754"/>
                  </a:lnTo>
                  <a:lnTo>
                    <a:pt x="10816844" y="433844"/>
                  </a:lnTo>
                  <a:lnTo>
                    <a:pt x="10791736" y="397154"/>
                  </a:lnTo>
                  <a:lnTo>
                    <a:pt x="10764990" y="361708"/>
                  </a:lnTo>
                  <a:lnTo>
                    <a:pt x="10736656" y="327583"/>
                  </a:lnTo>
                  <a:lnTo>
                    <a:pt x="10706799" y="294830"/>
                  </a:lnTo>
                  <a:lnTo>
                    <a:pt x="10675468" y="263486"/>
                  </a:lnTo>
                  <a:lnTo>
                    <a:pt x="10642702" y="233629"/>
                  </a:lnTo>
                  <a:lnTo>
                    <a:pt x="10608577" y="205295"/>
                  </a:lnTo>
                  <a:lnTo>
                    <a:pt x="10573144" y="178549"/>
                  </a:lnTo>
                  <a:lnTo>
                    <a:pt x="10536441" y="153454"/>
                  </a:lnTo>
                  <a:lnTo>
                    <a:pt x="10498544" y="130035"/>
                  </a:lnTo>
                  <a:lnTo>
                    <a:pt x="10459491" y="108381"/>
                  </a:lnTo>
                  <a:lnTo>
                    <a:pt x="10419347" y="88519"/>
                  </a:lnTo>
                  <a:lnTo>
                    <a:pt x="10378161" y="70523"/>
                  </a:lnTo>
                  <a:lnTo>
                    <a:pt x="10335984" y="54444"/>
                  </a:lnTo>
                  <a:lnTo>
                    <a:pt x="10292893" y="40322"/>
                  </a:lnTo>
                  <a:lnTo>
                    <a:pt x="10248913" y="28232"/>
                  </a:lnTo>
                  <a:lnTo>
                    <a:pt x="10204107" y="18211"/>
                  </a:lnTo>
                  <a:lnTo>
                    <a:pt x="10158552" y="10325"/>
                  </a:lnTo>
                  <a:lnTo>
                    <a:pt x="10112273" y="4622"/>
                  </a:lnTo>
                  <a:lnTo>
                    <a:pt x="10065334" y="1155"/>
                  </a:lnTo>
                  <a:lnTo>
                    <a:pt x="10017798" y="0"/>
                  </a:lnTo>
                  <a:lnTo>
                    <a:pt x="6842531" y="0"/>
                  </a:lnTo>
                  <a:lnTo>
                    <a:pt x="6794995" y="1155"/>
                  </a:lnTo>
                  <a:lnTo>
                    <a:pt x="6748056" y="4622"/>
                  </a:lnTo>
                  <a:lnTo>
                    <a:pt x="6701777" y="10325"/>
                  </a:lnTo>
                  <a:lnTo>
                    <a:pt x="6656210" y="18211"/>
                  </a:lnTo>
                  <a:lnTo>
                    <a:pt x="6611417" y="28232"/>
                  </a:lnTo>
                  <a:lnTo>
                    <a:pt x="6567437" y="40322"/>
                  </a:lnTo>
                  <a:lnTo>
                    <a:pt x="6524333" y="54444"/>
                  </a:lnTo>
                  <a:lnTo>
                    <a:pt x="6482169" y="70523"/>
                  </a:lnTo>
                  <a:lnTo>
                    <a:pt x="6440983" y="88519"/>
                  </a:lnTo>
                  <a:lnTo>
                    <a:pt x="6400838" y="108381"/>
                  </a:lnTo>
                  <a:lnTo>
                    <a:pt x="6361785" y="130035"/>
                  </a:lnTo>
                  <a:lnTo>
                    <a:pt x="6323889" y="153454"/>
                  </a:lnTo>
                  <a:lnTo>
                    <a:pt x="6287186" y="178549"/>
                  </a:lnTo>
                  <a:lnTo>
                    <a:pt x="6251753" y="205295"/>
                  </a:lnTo>
                  <a:lnTo>
                    <a:pt x="6217628" y="233629"/>
                  </a:lnTo>
                  <a:lnTo>
                    <a:pt x="6184862" y="263486"/>
                  </a:lnTo>
                  <a:lnTo>
                    <a:pt x="6153531" y="294830"/>
                  </a:lnTo>
                  <a:lnTo>
                    <a:pt x="6123660" y="327583"/>
                  </a:lnTo>
                  <a:lnTo>
                    <a:pt x="6095339" y="361708"/>
                  </a:lnTo>
                  <a:lnTo>
                    <a:pt x="6068593" y="397154"/>
                  </a:lnTo>
                  <a:lnTo>
                    <a:pt x="6043485" y="433844"/>
                  </a:lnTo>
                  <a:lnTo>
                    <a:pt x="6020079" y="471754"/>
                  </a:lnTo>
                  <a:lnTo>
                    <a:pt x="5998413" y="510794"/>
                  </a:lnTo>
                  <a:lnTo>
                    <a:pt x="5978563" y="550938"/>
                  </a:lnTo>
                  <a:lnTo>
                    <a:pt x="5960567" y="592124"/>
                  </a:lnTo>
                  <a:lnTo>
                    <a:pt x="5944476" y="634301"/>
                  </a:lnTo>
                  <a:lnTo>
                    <a:pt x="5930366" y="677405"/>
                  </a:lnTo>
                  <a:lnTo>
                    <a:pt x="5918263" y="721372"/>
                  </a:lnTo>
                  <a:lnTo>
                    <a:pt x="5908243" y="766178"/>
                  </a:lnTo>
                  <a:lnTo>
                    <a:pt x="5900356" y="811745"/>
                  </a:lnTo>
                  <a:lnTo>
                    <a:pt x="5894667" y="858024"/>
                  </a:lnTo>
                  <a:lnTo>
                    <a:pt x="5891200" y="904951"/>
                  </a:lnTo>
                  <a:lnTo>
                    <a:pt x="5890031" y="952500"/>
                  </a:lnTo>
                  <a:lnTo>
                    <a:pt x="5890031" y="2133447"/>
                  </a:lnTo>
                  <a:lnTo>
                    <a:pt x="5891200" y="2180996"/>
                  </a:lnTo>
                  <a:lnTo>
                    <a:pt x="5894667" y="2227923"/>
                  </a:lnTo>
                  <a:lnTo>
                    <a:pt x="5900356" y="2274201"/>
                  </a:lnTo>
                  <a:lnTo>
                    <a:pt x="5908243" y="2319769"/>
                  </a:lnTo>
                  <a:lnTo>
                    <a:pt x="5918263" y="2364575"/>
                  </a:lnTo>
                  <a:lnTo>
                    <a:pt x="5930366" y="2408542"/>
                  </a:lnTo>
                  <a:lnTo>
                    <a:pt x="5944476" y="2451646"/>
                  </a:lnTo>
                  <a:lnTo>
                    <a:pt x="5960567" y="2493822"/>
                  </a:lnTo>
                  <a:lnTo>
                    <a:pt x="5978563" y="2535009"/>
                  </a:lnTo>
                  <a:lnTo>
                    <a:pt x="5998413" y="2575153"/>
                  </a:lnTo>
                  <a:lnTo>
                    <a:pt x="6020079" y="2614193"/>
                  </a:lnTo>
                  <a:lnTo>
                    <a:pt x="6043485" y="2652103"/>
                  </a:lnTo>
                  <a:lnTo>
                    <a:pt x="6068593" y="2688793"/>
                  </a:lnTo>
                  <a:lnTo>
                    <a:pt x="6095339" y="2724239"/>
                  </a:lnTo>
                  <a:lnTo>
                    <a:pt x="6123660" y="2758363"/>
                  </a:lnTo>
                  <a:lnTo>
                    <a:pt x="6153531" y="2791117"/>
                  </a:lnTo>
                  <a:lnTo>
                    <a:pt x="6184862" y="2822460"/>
                  </a:lnTo>
                  <a:lnTo>
                    <a:pt x="6217628" y="2852318"/>
                  </a:lnTo>
                  <a:lnTo>
                    <a:pt x="6251753" y="2880652"/>
                  </a:lnTo>
                  <a:lnTo>
                    <a:pt x="6287186" y="2907398"/>
                  </a:lnTo>
                  <a:lnTo>
                    <a:pt x="6323889" y="2932493"/>
                  </a:lnTo>
                  <a:lnTo>
                    <a:pt x="6361785" y="2955912"/>
                  </a:lnTo>
                  <a:lnTo>
                    <a:pt x="6400838" y="2977565"/>
                  </a:lnTo>
                  <a:lnTo>
                    <a:pt x="6440983" y="2997428"/>
                  </a:lnTo>
                  <a:lnTo>
                    <a:pt x="6482169" y="3015424"/>
                  </a:lnTo>
                  <a:lnTo>
                    <a:pt x="6524333" y="3031502"/>
                  </a:lnTo>
                  <a:lnTo>
                    <a:pt x="6567437" y="3045625"/>
                  </a:lnTo>
                  <a:lnTo>
                    <a:pt x="6611417" y="3057715"/>
                  </a:lnTo>
                  <a:lnTo>
                    <a:pt x="6656210" y="3067735"/>
                  </a:lnTo>
                  <a:lnTo>
                    <a:pt x="6701777" y="3075622"/>
                  </a:lnTo>
                  <a:lnTo>
                    <a:pt x="6748056" y="3081324"/>
                  </a:lnTo>
                  <a:lnTo>
                    <a:pt x="6794995" y="3084792"/>
                  </a:lnTo>
                  <a:lnTo>
                    <a:pt x="6842531" y="3085947"/>
                  </a:lnTo>
                  <a:lnTo>
                    <a:pt x="10017798" y="3085947"/>
                  </a:lnTo>
                  <a:lnTo>
                    <a:pt x="10065334" y="3084792"/>
                  </a:lnTo>
                  <a:lnTo>
                    <a:pt x="10112273" y="3081324"/>
                  </a:lnTo>
                  <a:lnTo>
                    <a:pt x="10158552" y="3075622"/>
                  </a:lnTo>
                  <a:lnTo>
                    <a:pt x="10204107" y="3067735"/>
                  </a:lnTo>
                  <a:lnTo>
                    <a:pt x="10248913" y="3057715"/>
                  </a:lnTo>
                  <a:lnTo>
                    <a:pt x="10292893" y="3045625"/>
                  </a:lnTo>
                  <a:lnTo>
                    <a:pt x="10335984" y="3031502"/>
                  </a:lnTo>
                  <a:lnTo>
                    <a:pt x="10378161" y="3015424"/>
                  </a:lnTo>
                  <a:lnTo>
                    <a:pt x="10419347" y="2997428"/>
                  </a:lnTo>
                  <a:lnTo>
                    <a:pt x="10459491" y="2977565"/>
                  </a:lnTo>
                  <a:lnTo>
                    <a:pt x="10498544" y="2955912"/>
                  </a:lnTo>
                  <a:lnTo>
                    <a:pt x="10536441" y="2932493"/>
                  </a:lnTo>
                  <a:lnTo>
                    <a:pt x="10573144" y="2907398"/>
                  </a:lnTo>
                  <a:lnTo>
                    <a:pt x="10608577" y="2880652"/>
                  </a:lnTo>
                  <a:lnTo>
                    <a:pt x="10642702" y="2852318"/>
                  </a:lnTo>
                  <a:lnTo>
                    <a:pt x="10675468" y="2822460"/>
                  </a:lnTo>
                  <a:lnTo>
                    <a:pt x="10706799" y="2791117"/>
                  </a:lnTo>
                  <a:lnTo>
                    <a:pt x="10736656" y="2758363"/>
                  </a:lnTo>
                  <a:lnTo>
                    <a:pt x="10764990" y="2724239"/>
                  </a:lnTo>
                  <a:lnTo>
                    <a:pt x="10791736" y="2688793"/>
                  </a:lnTo>
                  <a:lnTo>
                    <a:pt x="10816844" y="2652103"/>
                  </a:lnTo>
                  <a:lnTo>
                    <a:pt x="10840250" y="2614193"/>
                  </a:lnTo>
                  <a:lnTo>
                    <a:pt x="10861904" y="2575153"/>
                  </a:lnTo>
                  <a:lnTo>
                    <a:pt x="10881766" y="2535009"/>
                  </a:lnTo>
                  <a:lnTo>
                    <a:pt x="10899762" y="2493822"/>
                  </a:lnTo>
                  <a:lnTo>
                    <a:pt x="10915853" y="2451646"/>
                  </a:lnTo>
                  <a:lnTo>
                    <a:pt x="10929963" y="2408542"/>
                  </a:lnTo>
                  <a:lnTo>
                    <a:pt x="10942066" y="2364575"/>
                  </a:lnTo>
                  <a:lnTo>
                    <a:pt x="10952074" y="2319769"/>
                  </a:lnTo>
                  <a:lnTo>
                    <a:pt x="10959960" y="2274201"/>
                  </a:lnTo>
                  <a:lnTo>
                    <a:pt x="10964990" y="2233434"/>
                  </a:lnTo>
                  <a:lnTo>
                    <a:pt x="10964990" y="852512"/>
                  </a:lnTo>
                  <a:close/>
                </a:path>
                <a:path w="16835755" h="6802120">
                  <a:moveTo>
                    <a:pt x="10984687" y="4568380"/>
                  </a:moveTo>
                  <a:lnTo>
                    <a:pt x="10979658" y="4527601"/>
                  </a:lnTo>
                  <a:lnTo>
                    <a:pt x="10971771" y="4482033"/>
                  </a:lnTo>
                  <a:lnTo>
                    <a:pt x="10961751" y="4437240"/>
                  </a:lnTo>
                  <a:lnTo>
                    <a:pt x="10949661" y="4393260"/>
                  </a:lnTo>
                  <a:lnTo>
                    <a:pt x="10935538" y="4350156"/>
                  </a:lnTo>
                  <a:lnTo>
                    <a:pt x="10919460" y="4307992"/>
                  </a:lnTo>
                  <a:lnTo>
                    <a:pt x="10901451" y="4266806"/>
                  </a:lnTo>
                  <a:lnTo>
                    <a:pt x="10881601" y="4226661"/>
                  </a:lnTo>
                  <a:lnTo>
                    <a:pt x="10859935" y="4187609"/>
                  </a:lnTo>
                  <a:lnTo>
                    <a:pt x="10836529" y="4149712"/>
                  </a:lnTo>
                  <a:lnTo>
                    <a:pt x="10811434" y="4113009"/>
                  </a:lnTo>
                  <a:lnTo>
                    <a:pt x="10784688" y="4077576"/>
                  </a:lnTo>
                  <a:lnTo>
                    <a:pt x="10756354" y="4043451"/>
                  </a:lnTo>
                  <a:lnTo>
                    <a:pt x="10726496" y="4010685"/>
                  </a:lnTo>
                  <a:lnTo>
                    <a:pt x="10695153" y="3979354"/>
                  </a:lnTo>
                  <a:lnTo>
                    <a:pt x="10662399" y="3949484"/>
                  </a:lnTo>
                  <a:lnTo>
                    <a:pt x="10628274" y="3921163"/>
                  </a:lnTo>
                  <a:lnTo>
                    <a:pt x="10592829" y="3894417"/>
                  </a:lnTo>
                  <a:lnTo>
                    <a:pt x="10556126" y="3869309"/>
                  </a:lnTo>
                  <a:lnTo>
                    <a:pt x="10518229" y="3845903"/>
                  </a:lnTo>
                  <a:lnTo>
                    <a:pt x="10479176" y="3824236"/>
                  </a:lnTo>
                  <a:lnTo>
                    <a:pt x="10439032" y="3804386"/>
                  </a:lnTo>
                  <a:lnTo>
                    <a:pt x="10397846" y="3786390"/>
                  </a:lnTo>
                  <a:lnTo>
                    <a:pt x="10355682" y="3770299"/>
                  </a:lnTo>
                  <a:lnTo>
                    <a:pt x="10312578" y="3756190"/>
                  </a:lnTo>
                  <a:lnTo>
                    <a:pt x="10268598" y="3744087"/>
                  </a:lnTo>
                  <a:lnTo>
                    <a:pt x="10223805" y="3734066"/>
                  </a:lnTo>
                  <a:lnTo>
                    <a:pt x="10178237" y="3726180"/>
                  </a:lnTo>
                  <a:lnTo>
                    <a:pt x="10131958" y="3720477"/>
                  </a:lnTo>
                  <a:lnTo>
                    <a:pt x="10085019" y="3717023"/>
                  </a:lnTo>
                  <a:lnTo>
                    <a:pt x="10037483" y="3715855"/>
                  </a:lnTo>
                  <a:lnTo>
                    <a:pt x="6862229" y="3715855"/>
                  </a:lnTo>
                  <a:lnTo>
                    <a:pt x="6814693" y="3717023"/>
                  </a:lnTo>
                  <a:lnTo>
                    <a:pt x="6767754" y="3720477"/>
                  </a:lnTo>
                  <a:lnTo>
                    <a:pt x="6721475" y="3726180"/>
                  </a:lnTo>
                  <a:lnTo>
                    <a:pt x="6675907" y="3734066"/>
                  </a:lnTo>
                  <a:lnTo>
                    <a:pt x="6631114" y="3744087"/>
                  </a:lnTo>
                  <a:lnTo>
                    <a:pt x="6587134" y="3756190"/>
                  </a:lnTo>
                  <a:lnTo>
                    <a:pt x="6544030" y="3770299"/>
                  </a:lnTo>
                  <a:lnTo>
                    <a:pt x="6501866" y="3786390"/>
                  </a:lnTo>
                  <a:lnTo>
                    <a:pt x="6460680" y="3804386"/>
                  </a:lnTo>
                  <a:lnTo>
                    <a:pt x="6420536" y="3824236"/>
                  </a:lnTo>
                  <a:lnTo>
                    <a:pt x="6381483" y="3845903"/>
                  </a:lnTo>
                  <a:lnTo>
                    <a:pt x="6343574" y="3869309"/>
                  </a:lnTo>
                  <a:lnTo>
                    <a:pt x="6306883" y="3894417"/>
                  </a:lnTo>
                  <a:lnTo>
                    <a:pt x="6271438" y="3921163"/>
                  </a:lnTo>
                  <a:lnTo>
                    <a:pt x="6237313" y="3949484"/>
                  </a:lnTo>
                  <a:lnTo>
                    <a:pt x="6204559" y="3979354"/>
                  </a:lnTo>
                  <a:lnTo>
                    <a:pt x="6173216" y="4010685"/>
                  </a:lnTo>
                  <a:lnTo>
                    <a:pt x="6143358" y="4043451"/>
                  </a:lnTo>
                  <a:lnTo>
                    <a:pt x="6115024" y="4077576"/>
                  </a:lnTo>
                  <a:lnTo>
                    <a:pt x="6088278" y="4113009"/>
                  </a:lnTo>
                  <a:lnTo>
                    <a:pt x="6063183" y="4149712"/>
                  </a:lnTo>
                  <a:lnTo>
                    <a:pt x="6039764" y="4187609"/>
                  </a:lnTo>
                  <a:lnTo>
                    <a:pt x="6018111" y="4226661"/>
                  </a:lnTo>
                  <a:lnTo>
                    <a:pt x="5998248" y="4266806"/>
                  </a:lnTo>
                  <a:lnTo>
                    <a:pt x="5980252" y="4307992"/>
                  </a:lnTo>
                  <a:lnTo>
                    <a:pt x="5964174" y="4350156"/>
                  </a:lnTo>
                  <a:lnTo>
                    <a:pt x="5950051" y="4393260"/>
                  </a:lnTo>
                  <a:lnTo>
                    <a:pt x="5937961" y="4437240"/>
                  </a:lnTo>
                  <a:lnTo>
                    <a:pt x="5927941" y="4482033"/>
                  </a:lnTo>
                  <a:lnTo>
                    <a:pt x="5920054" y="4527601"/>
                  </a:lnTo>
                  <a:lnTo>
                    <a:pt x="5914352" y="4573879"/>
                  </a:lnTo>
                  <a:lnTo>
                    <a:pt x="5910897" y="4620819"/>
                  </a:lnTo>
                  <a:lnTo>
                    <a:pt x="5909729" y="4668355"/>
                  </a:lnTo>
                  <a:lnTo>
                    <a:pt x="5909729" y="5849315"/>
                  </a:lnTo>
                  <a:lnTo>
                    <a:pt x="5910897" y="5896851"/>
                  </a:lnTo>
                  <a:lnTo>
                    <a:pt x="5914352" y="5943790"/>
                  </a:lnTo>
                  <a:lnTo>
                    <a:pt x="5920054" y="5990069"/>
                  </a:lnTo>
                  <a:lnTo>
                    <a:pt x="5927941" y="6035637"/>
                  </a:lnTo>
                  <a:lnTo>
                    <a:pt x="5937961" y="6080430"/>
                  </a:lnTo>
                  <a:lnTo>
                    <a:pt x="5950051" y="6124410"/>
                  </a:lnTo>
                  <a:lnTo>
                    <a:pt x="5964174" y="6167513"/>
                  </a:lnTo>
                  <a:lnTo>
                    <a:pt x="5980252" y="6209677"/>
                  </a:lnTo>
                  <a:lnTo>
                    <a:pt x="5998248" y="6250864"/>
                  </a:lnTo>
                  <a:lnTo>
                    <a:pt x="6018111" y="6291008"/>
                  </a:lnTo>
                  <a:lnTo>
                    <a:pt x="6039764" y="6330061"/>
                  </a:lnTo>
                  <a:lnTo>
                    <a:pt x="6063183" y="6367958"/>
                  </a:lnTo>
                  <a:lnTo>
                    <a:pt x="6088278" y="6404661"/>
                  </a:lnTo>
                  <a:lnTo>
                    <a:pt x="6115024" y="6440094"/>
                  </a:lnTo>
                  <a:lnTo>
                    <a:pt x="6143358" y="6474231"/>
                  </a:lnTo>
                  <a:lnTo>
                    <a:pt x="6173216" y="6506985"/>
                  </a:lnTo>
                  <a:lnTo>
                    <a:pt x="6204559" y="6538328"/>
                  </a:lnTo>
                  <a:lnTo>
                    <a:pt x="6237313" y="6568186"/>
                  </a:lnTo>
                  <a:lnTo>
                    <a:pt x="6271438" y="6596520"/>
                  </a:lnTo>
                  <a:lnTo>
                    <a:pt x="6306883" y="6623253"/>
                  </a:lnTo>
                  <a:lnTo>
                    <a:pt x="6343574" y="6648361"/>
                  </a:lnTo>
                  <a:lnTo>
                    <a:pt x="6381483" y="6671767"/>
                  </a:lnTo>
                  <a:lnTo>
                    <a:pt x="6420536" y="6693433"/>
                  </a:lnTo>
                  <a:lnTo>
                    <a:pt x="6460680" y="6713283"/>
                  </a:lnTo>
                  <a:lnTo>
                    <a:pt x="6501866" y="6731292"/>
                  </a:lnTo>
                  <a:lnTo>
                    <a:pt x="6544030" y="6747370"/>
                  </a:lnTo>
                  <a:lnTo>
                    <a:pt x="6587134" y="6761493"/>
                  </a:lnTo>
                  <a:lnTo>
                    <a:pt x="6631114" y="6773583"/>
                  </a:lnTo>
                  <a:lnTo>
                    <a:pt x="6675907" y="6783603"/>
                  </a:lnTo>
                  <a:lnTo>
                    <a:pt x="6721475" y="6791490"/>
                  </a:lnTo>
                  <a:lnTo>
                    <a:pt x="6767754" y="6797192"/>
                  </a:lnTo>
                  <a:lnTo>
                    <a:pt x="6814693" y="6800647"/>
                  </a:lnTo>
                  <a:lnTo>
                    <a:pt x="6862229" y="6801815"/>
                  </a:lnTo>
                  <a:lnTo>
                    <a:pt x="10037483" y="6801815"/>
                  </a:lnTo>
                  <a:lnTo>
                    <a:pt x="10085019" y="6800647"/>
                  </a:lnTo>
                  <a:lnTo>
                    <a:pt x="10131958" y="6797192"/>
                  </a:lnTo>
                  <a:lnTo>
                    <a:pt x="10178237" y="6791490"/>
                  </a:lnTo>
                  <a:lnTo>
                    <a:pt x="10223805" y="6783603"/>
                  </a:lnTo>
                  <a:lnTo>
                    <a:pt x="10268598" y="6773583"/>
                  </a:lnTo>
                  <a:lnTo>
                    <a:pt x="10312578" y="6761493"/>
                  </a:lnTo>
                  <a:lnTo>
                    <a:pt x="10355682" y="6747370"/>
                  </a:lnTo>
                  <a:lnTo>
                    <a:pt x="10397846" y="6731292"/>
                  </a:lnTo>
                  <a:lnTo>
                    <a:pt x="10439032" y="6713283"/>
                  </a:lnTo>
                  <a:lnTo>
                    <a:pt x="10479176" y="6693433"/>
                  </a:lnTo>
                  <a:lnTo>
                    <a:pt x="10518229" y="6671767"/>
                  </a:lnTo>
                  <a:lnTo>
                    <a:pt x="10556126" y="6648361"/>
                  </a:lnTo>
                  <a:lnTo>
                    <a:pt x="10592829" y="6623253"/>
                  </a:lnTo>
                  <a:lnTo>
                    <a:pt x="10628274" y="6596520"/>
                  </a:lnTo>
                  <a:lnTo>
                    <a:pt x="10662399" y="6568186"/>
                  </a:lnTo>
                  <a:lnTo>
                    <a:pt x="10695153" y="6538328"/>
                  </a:lnTo>
                  <a:lnTo>
                    <a:pt x="10726496" y="6506985"/>
                  </a:lnTo>
                  <a:lnTo>
                    <a:pt x="10756354" y="6474231"/>
                  </a:lnTo>
                  <a:lnTo>
                    <a:pt x="10784688" y="6440094"/>
                  </a:lnTo>
                  <a:lnTo>
                    <a:pt x="10811434" y="6404661"/>
                  </a:lnTo>
                  <a:lnTo>
                    <a:pt x="10836529" y="6367958"/>
                  </a:lnTo>
                  <a:lnTo>
                    <a:pt x="10859935" y="6330061"/>
                  </a:lnTo>
                  <a:lnTo>
                    <a:pt x="10881601" y="6291008"/>
                  </a:lnTo>
                  <a:lnTo>
                    <a:pt x="10901451" y="6250864"/>
                  </a:lnTo>
                  <a:lnTo>
                    <a:pt x="10919460" y="6209677"/>
                  </a:lnTo>
                  <a:lnTo>
                    <a:pt x="10935538" y="6167513"/>
                  </a:lnTo>
                  <a:lnTo>
                    <a:pt x="10949661" y="6124410"/>
                  </a:lnTo>
                  <a:lnTo>
                    <a:pt x="10961751" y="6080430"/>
                  </a:lnTo>
                  <a:lnTo>
                    <a:pt x="10971771" y="6035637"/>
                  </a:lnTo>
                  <a:lnTo>
                    <a:pt x="10979658" y="5990069"/>
                  </a:lnTo>
                  <a:lnTo>
                    <a:pt x="10984687" y="5949289"/>
                  </a:lnTo>
                  <a:lnTo>
                    <a:pt x="10984687" y="4568380"/>
                  </a:lnTo>
                  <a:close/>
                </a:path>
                <a:path w="16835755" h="6802120">
                  <a:moveTo>
                    <a:pt x="16835438" y="4568380"/>
                  </a:moveTo>
                  <a:lnTo>
                    <a:pt x="16830409" y="4527601"/>
                  </a:lnTo>
                  <a:lnTo>
                    <a:pt x="16822522" y="4482033"/>
                  </a:lnTo>
                  <a:lnTo>
                    <a:pt x="16812502" y="4437240"/>
                  </a:lnTo>
                  <a:lnTo>
                    <a:pt x="16800411" y="4393260"/>
                  </a:lnTo>
                  <a:lnTo>
                    <a:pt x="16786289" y="4350156"/>
                  </a:lnTo>
                  <a:lnTo>
                    <a:pt x="16770211" y="4307992"/>
                  </a:lnTo>
                  <a:lnTo>
                    <a:pt x="16752215" y="4266806"/>
                  </a:lnTo>
                  <a:lnTo>
                    <a:pt x="16732352" y="4226661"/>
                  </a:lnTo>
                  <a:lnTo>
                    <a:pt x="16710698" y="4187609"/>
                  </a:lnTo>
                  <a:lnTo>
                    <a:pt x="16687280" y="4149712"/>
                  </a:lnTo>
                  <a:lnTo>
                    <a:pt x="16662184" y="4113009"/>
                  </a:lnTo>
                  <a:lnTo>
                    <a:pt x="16635438" y="4077576"/>
                  </a:lnTo>
                  <a:lnTo>
                    <a:pt x="16607104" y="4043451"/>
                  </a:lnTo>
                  <a:lnTo>
                    <a:pt x="16577247" y="4010685"/>
                  </a:lnTo>
                  <a:lnTo>
                    <a:pt x="16545903" y="3979354"/>
                  </a:lnTo>
                  <a:lnTo>
                    <a:pt x="16513150" y="3949484"/>
                  </a:lnTo>
                  <a:lnTo>
                    <a:pt x="16479025" y="3921163"/>
                  </a:lnTo>
                  <a:lnTo>
                    <a:pt x="16443579" y="3894417"/>
                  </a:lnTo>
                  <a:lnTo>
                    <a:pt x="16406889" y="3869309"/>
                  </a:lnTo>
                  <a:lnTo>
                    <a:pt x="16368979" y="3845903"/>
                  </a:lnTo>
                  <a:lnTo>
                    <a:pt x="16329940" y="3824236"/>
                  </a:lnTo>
                  <a:lnTo>
                    <a:pt x="16289782" y="3804386"/>
                  </a:lnTo>
                  <a:lnTo>
                    <a:pt x="16248609" y="3786390"/>
                  </a:lnTo>
                  <a:lnTo>
                    <a:pt x="16206432" y="3770299"/>
                  </a:lnTo>
                  <a:lnTo>
                    <a:pt x="16163328" y="3756190"/>
                  </a:lnTo>
                  <a:lnTo>
                    <a:pt x="16119361" y="3744087"/>
                  </a:lnTo>
                  <a:lnTo>
                    <a:pt x="16074555" y="3734066"/>
                  </a:lnTo>
                  <a:lnTo>
                    <a:pt x="16028988" y="3726180"/>
                  </a:lnTo>
                  <a:lnTo>
                    <a:pt x="15982709" y="3720477"/>
                  </a:lnTo>
                  <a:lnTo>
                    <a:pt x="15935782" y="3717023"/>
                  </a:lnTo>
                  <a:lnTo>
                    <a:pt x="15888234" y="3715855"/>
                  </a:lnTo>
                  <a:lnTo>
                    <a:pt x="12712980" y="3715855"/>
                  </a:lnTo>
                  <a:lnTo>
                    <a:pt x="12665443" y="3717023"/>
                  </a:lnTo>
                  <a:lnTo>
                    <a:pt x="12618504" y="3720477"/>
                  </a:lnTo>
                  <a:lnTo>
                    <a:pt x="12572225" y="3726180"/>
                  </a:lnTo>
                  <a:lnTo>
                    <a:pt x="12526658" y="3734066"/>
                  </a:lnTo>
                  <a:lnTo>
                    <a:pt x="12481865" y="3744087"/>
                  </a:lnTo>
                  <a:lnTo>
                    <a:pt x="12437885" y="3756190"/>
                  </a:lnTo>
                  <a:lnTo>
                    <a:pt x="12394781" y="3770299"/>
                  </a:lnTo>
                  <a:lnTo>
                    <a:pt x="12352617" y="3786390"/>
                  </a:lnTo>
                  <a:lnTo>
                    <a:pt x="12311431" y="3804386"/>
                  </a:lnTo>
                  <a:lnTo>
                    <a:pt x="12271286" y="3824236"/>
                  </a:lnTo>
                  <a:lnTo>
                    <a:pt x="12232234" y="3845903"/>
                  </a:lnTo>
                  <a:lnTo>
                    <a:pt x="12194337" y="3869309"/>
                  </a:lnTo>
                  <a:lnTo>
                    <a:pt x="12157634" y="3894417"/>
                  </a:lnTo>
                  <a:lnTo>
                    <a:pt x="12122201" y="3921163"/>
                  </a:lnTo>
                  <a:lnTo>
                    <a:pt x="12088063" y="3949484"/>
                  </a:lnTo>
                  <a:lnTo>
                    <a:pt x="12055310" y="3979354"/>
                  </a:lnTo>
                  <a:lnTo>
                    <a:pt x="12023966" y="4010685"/>
                  </a:lnTo>
                  <a:lnTo>
                    <a:pt x="11994109" y="4043451"/>
                  </a:lnTo>
                  <a:lnTo>
                    <a:pt x="11965775" y="4077576"/>
                  </a:lnTo>
                  <a:lnTo>
                    <a:pt x="11939041" y="4113009"/>
                  </a:lnTo>
                  <a:lnTo>
                    <a:pt x="11913934" y="4149712"/>
                  </a:lnTo>
                  <a:lnTo>
                    <a:pt x="11890527" y="4187609"/>
                  </a:lnTo>
                  <a:lnTo>
                    <a:pt x="11868861" y="4226661"/>
                  </a:lnTo>
                  <a:lnTo>
                    <a:pt x="11849011" y="4266806"/>
                  </a:lnTo>
                  <a:lnTo>
                    <a:pt x="11831003" y="4307992"/>
                  </a:lnTo>
                  <a:lnTo>
                    <a:pt x="11814924" y="4350156"/>
                  </a:lnTo>
                  <a:lnTo>
                    <a:pt x="11800802" y="4393260"/>
                  </a:lnTo>
                  <a:lnTo>
                    <a:pt x="11788712" y="4437240"/>
                  </a:lnTo>
                  <a:lnTo>
                    <a:pt x="11778691" y="4482033"/>
                  </a:lnTo>
                  <a:lnTo>
                    <a:pt x="11770805" y="4527601"/>
                  </a:lnTo>
                  <a:lnTo>
                    <a:pt x="11765102" y="4573879"/>
                  </a:lnTo>
                  <a:lnTo>
                    <a:pt x="11761648" y="4620819"/>
                  </a:lnTo>
                  <a:lnTo>
                    <a:pt x="11760479" y="4668355"/>
                  </a:lnTo>
                  <a:lnTo>
                    <a:pt x="11760479" y="5849315"/>
                  </a:lnTo>
                  <a:lnTo>
                    <a:pt x="11761648" y="5896851"/>
                  </a:lnTo>
                  <a:lnTo>
                    <a:pt x="11765102" y="5943790"/>
                  </a:lnTo>
                  <a:lnTo>
                    <a:pt x="11770805" y="5990069"/>
                  </a:lnTo>
                  <a:lnTo>
                    <a:pt x="11778691" y="6035637"/>
                  </a:lnTo>
                  <a:lnTo>
                    <a:pt x="11788712" y="6080430"/>
                  </a:lnTo>
                  <a:lnTo>
                    <a:pt x="11800802" y="6124410"/>
                  </a:lnTo>
                  <a:lnTo>
                    <a:pt x="11814924" y="6167513"/>
                  </a:lnTo>
                  <a:lnTo>
                    <a:pt x="11831003" y="6209677"/>
                  </a:lnTo>
                  <a:lnTo>
                    <a:pt x="11849011" y="6250864"/>
                  </a:lnTo>
                  <a:lnTo>
                    <a:pt x="11868861" y="6291008"/>
                  </a:lnTo>
                  <a:lnTo>
                    <a:pt x="11890527" y="6330061"/>
                  </a:lnTo>
                  <a:lnTo>
                    <a:pt x="11913934" y="6367958"/>
                  </a:lnTo>
                  <a:lnTo>
                    <a:pt x="11939041" y="6404661"/>
                  </a:lnTo>
                  <a:lnTo>
                    <a:pt x="11965775" y="6440094"/>
                  </a:lnTo>
                  <a:lnTo>
                    <a:pt x="11994109" y="6474231"/>
                  </a:lnTo>
                  <a:lnTo>
                    <a:pt x="12023966" y="6506985"/>
                  </a:lnTo>
                  <a:lnTo>
                    <a:pt x="12055310" y="6538328"/>
                  </a:lnTo>
                  <a:lnTo>
                    <a:pt x="12088063" y="6568186"/>
                  </a:lnTo>
                  <a:lnTo>
                    <a:pt x="12122201" y="6596520"/>
                  </a:lnTo>
                  <a:lnTo>
                    <a:pt x="12157634" y="6623253"/>
                  </a:lnTo>
                  <a:lnTo>
                    <a:pt x="12194337" y="6648361"/>
                  </a:lnTo>
                  <a:lnTo>
                    <a:pt x="12232234" y="6671767"/>
                  </a:lnTo>
                  <a:lnTo>
                    <a:pt x="12271286" y="6693433"/>
                  </a:lnTo>
                  <a:lnTo>
                    <a:pt x="12311431" y="6713283"/>
                  </a:lnTo>
                  <a:lnTo>
                    <a:pt x="12352617" y="6731292"/>
                  </a:lnTo>
                  <a:lnTo>
                    <a:pt x="12394781" y="6747370"/>
                  </a:lnTo>
                  <a:lnTo>
                    <a:pt x="12437885" y="6761493"/>
                  </a:lnTo>
                  <a:lnTo>
                    <a:pt x="12481865" y="6773583"/>
                  </a:lnTo>
                  <a:lnTo>
                    <a:pt x="12526658" y="6783603"/>
                  </a:lnTo>
                  <a:lnTo>
                    <a:pt x="12572225" y="6791490"/>
                  </a:lnTo>
                  <a:lnTo>
                    <a:pt x="12618504" y="6797192"/>
                  </a:lnTo>
                  <a:lnTo>
                    <a:pt x="12665443" y="6800647"/>
                  </a:lnTo>
                  <a:lnTo>
                    <a:pt x="12712980" y="6801815"/>
                  </a:lnTo>
                  <a:lnTo>
                    <a:pt x="15888234" y="6801815"/>
                  </a:lnTo>
                  <a:lnTo>
                    <a:pt x="15935782" y="6800647"/>
                  </a:lnTo>
                  <a:lnTo>
                    <a:pt x="15982709" y="6797192"/>
                  </a:lnTo>
                  <a:lnTo>
                    <a:pt x="16028988" y="6791490"/>
                  </a:lnTo>
                  <a:lnTo>
                    <a:pt x="16074555" y="6783603"/>
                  </a:lnTo>
                  <a:lnTo>
                    <a:pt x="16119361" y="6773583"/>
                  </a:lnTo>
                  <a:lnTo>
                    <a:pt x="16163328" y="6761493"/>
                  </a:lnTo>
                  <a:lnTo>
                    <a:pt x="16206432" y="6747370"/>
                  </a:lnTo>
                  <a:lnTo>
                    <a:pt x="16248609" y="6731292"/>
                  </a:lnTo>
                  <a:lnTo>
                    <a:pt x="16289782" y="6713283"/>
                  </a:lnTo>
                  <a:lnTo>
                    <a:pt x="16329940" y="6693433"/>
                  </a:lnTo>
                  <a:lnTo>
                    <a:pt x="16368979" y="6671767"/>
                  </a:lnTo>
                  <a:lnTo>
                    <a:pt x="16406889" y="6648361"/>
                  </a:lnTo>
                  <a:lnTo>
                    <a:pt x="16443579" y="6623253"/>
                  </a:lnTo>
                  <a:lnTo>
                    <a:pt x="16479025" y="6596520"/>
                  </a:lnTo>
                  <a:lnTo>
                    <a:pt x="16513150" y="6568186"/>
                  </a:lnTo>
                  <a:lnTo>
                    <a:pt x="16545903" y="6538328"/>
                  </a:lnTo>
                  <a:lnTo>
                    <a:pt x="16577247" y="6506985"/>
                  </a:lnTo>
                  <a:lnTo>
                    <a:pt x="16607104" y="6474231"/>
                  </a:lnTo>
                  <a:lnTo>
                    <a:pt x="16635438" y="6440094"/>
                  </a:lnTo>
                  <a:lnTo>
                    <a:pt x="16662184" y="6404661"/>
                  </a:lnTo>
                  <a:lnTo>
                    <a:pt x="16687280" y="6367958"/>
                  </a:lnTo>
                  <a:lnTo>
                    <a:pt x="16710698" y="6330061"/>
                  </a:lnTo>
                  <a:lnTo>
                    <a:pt x="16732352" y="6291008"/>
                  </a:lnTo>
                  <a:lnTo>
                    <a:pt x="16752215" y="6250864"/>
                  </a:lnTo>
                  <a:lnTo>
                    <a:pt x="16770211" y="6209677"/>
                  </a:lnTo>
                  <a:lnTo>
                    <a:pt x="16786289" y="6167513"/>
                  </a:lnTo>
                  <a:lnTo>
                    <a:pt x="16800411" y="6124410"/>
                  </a:lnTo>
                  <a:lnTo>
                    <a:pt x="16812502" y="6080430"/>
                  </a:lnTo>
                  <a:lnTo>
                    <a:pt x="16822522" y="6035637"/>
                  </a:lnTo>
                  <a:lnTo>
                    <a:pt x="16830409" y="5990069"/>
                  </a:lnTo>
                  <a:lnTo>
                    <a:pt x="16835438" y="5949289"/>
                  </a:lnTo>
                  <a:lnTo>
                    <a:pt x="16835438" y="4568380"/>
                  </a:lnTo>
                  <a:close/>
                </a:path>
                <a:path w="16835755" h="6802120">
                  <a:moveTo>
                    <a:pt x="16835438" y="852512"/>
                  </a:moveTo>
                  <a:lnTo>
                    <a:pt x="16830409" y="811745"/>
                  </a:lnTo>
                  <a:lnTo>
                    <a:pt x="16822522" y="766178"/>
                  </a:lnTo>
                  <a:lnTo>
                    <a:pt x="16812502" y="721372"/>
                  </a:lnTo>
                  <a:lnTo>
                    <a:pt x="16800411" y="677405"/>
                  </a:lnTo>
                  <a:lnTo>
                    <a:pt x="16786289" y="634301"/>
                  </a:lnTo>
                  <a:lnTo>
                    <a:pt x="16770211" y="592124"/>
                  </a:lnTo>
                  <a:lnTo>
                    <a:pt x="16752215" y="550938"/>
                  </a:lnTo>
                  <a:lnTo>
                    <a:pt x="16732352" y="510794"/>
                  </a:lnTo>
                  <a:lnTo>
                    <a:pt x="16710698" y="471754"/>
                  </a:lnTo>
                  <a:lnTo>
                    <a:pt x="16687280" y="433844"/>
                  </a:lnTo>
                  <a:lnTo>
                    <a:pt x="16662184" y="397154"/>
                  </a:lnTo>
                  <a:lnTo>
                    <a:pt x="16635438" y="361708"/>
                  </a:lnTo>
                  <a:lnTo>
                    <a:pt x="16607104" y="327583"/>
                  </a:lnTo>
                  <a:lnTo>
                    <a:pt x="16577247" y="294830"/>
                  </a:lnTo>
                  <a:lnTo>
                    <a:pt x="16545903" y="263486"/>
                  </a:lnTo>
                  <a:lnTo>
                    <a:pt x="16513150" y="233629"/>
                  </a:lnTo>
                  <a:lnTo>
                    <a:pt x="16479025" y="205295"/>
                  </a:lnTo>
                  <a:lnTo>
                    <a:pt x="16443579" y="178549"/>
                  </a:lnTo>
                  <a:lnTo>
                    <a:pt x="16406889" y="153454"/>
                  </a:lnTo>
                  <a:lnTo>
                    <a:pt x="16368979" y="130035"/>
                  </a:lnTo>
                  <a:lnTo>
                    <a:pt x="16329940" y="108381"/>
                  </a:lnTo>
                  <a:lnTo>
                    <a:pt x="16289782" y="88519"/>
                  </a:lnTo>
                  <a:lnTo>
                    <a:pt x="16248609" y="70523"/>
                  </a:lnTo>
                  <a:lnTo>
                    <a:pt x="16206432" y="54444"/>
                  </a:lnTo>
                  <a:lnTo>
                    <a:pt x="16163328" y="40322"/>
                  </a:lnTo>
                  <a:lnTo>
                    <a:pt x="16119361" y="28232"/>
                  </a:lnTo>
                  <a:lnTo>
                    <a:pt x="16074555" y="18211"/>
                  </a:lnTo>
                  <a:lnTo>
                    <a:pt x="16028988" y="10325"/>
                  </a:lnTo>
                  <a:lnTo>
                    <a:pt x="15982709" y="4622"/>
                  </a:lnTo>
                  <a:lnTo>
                    <a:pt x="15935782" y="1155"/>
                  </a:lnTo>
                  <a:lnTo>
                    <a:pt x="15888234" y="0"/>
                  </a:lnTo>
                  <a:lnTo>
                    <a:pt x="12712980" y="0"/>
                  </a:lnTo>
                  <a:lnTo>
                    <a:pt x="12665443" y="1155"/>
                  </a:lnTo>
                  <a:lnTo>
                    <a:pt x="12618504" y="4622"/>
                  </a:lnTo>
                  <a:lnTo>
                    <a:pt x="12572225" y="10325"/>
                  </a:lnTo>
                  <a:lnTo>
                    <a:pt x="12526658" y="18211"/>
                  </a:lnTo>
                  <a:lnTo>
                    <a:pt x="12481865" y="28232"/>
                  </a:lnTo>
                  <a:lnTo>
                    <a:pt x="12437885" y="40322"/>
                  </a:lnTo>
                  <a:lnTo>
                    <a:pt x="12394781" y="54444"/>
                  </a:lnTo>
                  <a:lnTo>
                    <a:pt x="12352617" y="70523"/>
                  </a:lnTo>
                  <a:lnTo>
                    <a:pt x="12311431" y="88519"/>
                  </a:lnTo>
                  <a:lnTo>
                    <a:pt x="12271286" y="108381"/>
                  </a:lnTo>
                  <a:lnTo>
                    <a:pt x="12232234" y="130035"/>
                  </a:lnTo>
                  <a:lnTo>
                    <a:pt x="12194337" y="153454"/>
                  </a:lnTo>
                  <a:lnTo>
                    <a:pt x="12157634" y="178549"/>
                  </a:lnTo>
                  <a:lnTo>
                    <a:pt x="12122201" y="205295"/>
                  </a:lnTo>
                  <a:lnTo>
                    <a:pt x="12088063" y="233629"/>
                  </a:lnTo>
                  <a:lnTo>
                    <a:pt x="12055310" y="263486"/>
                  </a:lnTo>
                  <a:lnTo>
                    <a:pt x="12023966" y="294830"/>
                  </a:lnTo>
                  <a:lnTo>
                    <a:pt x="11994109" y="327583"/>
                  </a:lnTo>
                  <a:lnTo>
                    <a:pt x="11965775" y="361708"/>
                  </a:lnTo>
                  <a:lnTo>
                    <a:pt x="11939041" y="397154"/>
                  </a:lnTo>
                  <a:lnTo>
                    <a:pt x="11913934" y="433844"/>
                  </a:lnTo>
                  <a:lnTo>
                    <a:pt x="11890527" y="471754"/>
                  </a:lnTo>
                  <a:lnTo>
                    <a:pt x="11868861" y="510794"/>
                  </a:lnTo>
                  <a:lnTo>
                    <a:pt x="11849011" y="550938"/>
                  </a:lnTo>
                  <a:lnTo>
                    <a:pt x="11831003" y="592124"/>
                  </a:lnTo>
                  <a:lnTo>
                    <a:pt x="11814924" y="634301"/>
                  </a:lnTo>
                  <a:lnTo>
                    <a:pt x="11800802" y="677405"/>
                  </a:lnTo>
                  <a:lnTo>
                    <a:pt x="11788712" y="721372"/>
                  </a:lnTo>
                  <a:lnTo>
                    <a:pt x="11778691" y="766178"/>
                  </a:lnTo>
                  <a:lnTo>
                    <a:pt x="11770805" y="811745"/>
                  </a:lnTo>
                  <a:lnTo>
                    <a:pt x="11765102" y="858024"/>
                  </a:lnTo>
                  <a:lnTo>
                    <a:pt x="11761648" y="904951"/>
                  </a:lnTo>
                  <a:lnTo>
                    <a:pt x="11760479" y="952500"/>
                  </a:lnTo>
                  <a:lnTo>
                    <a:pt x="11760479" y="2133447"/>
                  </a:lnTo>
                  <a:lnTo>
                    <a:pt x="11761648" y="2180996"/>
                  </a:lnTo>
                  <a:lnTo>
                    <a:pt x="11765102" y="2227923"/>
                  </a:lnTo>
                  <a:lnTo>
                    <a:pt x="11770805" y="2274201"/>
                  </a:lnTo>
                  <a:lnTo>
                    <a:pt x="11778691" y="2319769"/>
                  </a:lnTo>
                  <a:lnTo>
                    <a:pt x="11788712" y="2364575"/>
                  </a:lnTo>
                  <a:lnTo>
                    <a:pt x="11800802" y="2408542"/>
                  </a:lnTo>
                  <a:lnTo>
                    <a:pt x="11814924" y="2451646"/>
                  </a:lnTo>
                  <a:lnTo>
                    <a:pt x="11831003" y="2493822"/>
                  </a:lnTo>
                  <a:lnTo>
                    <a:pt x="11849011" y="2535009"/>
                  </a:lnTo>
                  <a:lnTo>
                    <a:pt x="11868861" y="2575153"/>
                  </a:lnTo>
                  <a:lnTo>
                    <a:pt x="11890527" y="2614193"/>
                  </a:lnTo>
                  <a:lnTo>
                    <a:pt x="11913934" y="2652103"/>
                  </a:lnTo>
                  <a:lnTo>
                    <a:pt x="11939041" y="2688793"/>
                  </a:lnTo>
                  <a:lnTo>
                    <a:pt x="11965775" y="2724239"/>
                  </a:lnTo>
                  <a:lnTo>
                    <a:pt x="11994109" y="2758363"/>
                  </a:lnTo>
                  <a:lnTo>
                    <a:pt x="12023966" y="2791117"/>
                  </a:lnTo>
                  <a:lnTo>
                    <a:pt x="12055310" y="2822460"/>
                  </a:lnTo>
                  <a:lnTo>
                    <a:pt x="12088063" y="2852318"/>
                  </a:lnTo>
                  <a:lnTo>
                    <a:pt x="12122201" y="2880652"/>
                  </a:lnTo>
                  <a:lnTo>
                    <a:pt x="12157634" y="2907398"/>
                  </a:lnTo>
                  <a:lnTo>
                    <a:pt x="12194337" y="2932493"/>
                  </a:lnTo>
                  <a:lnTo>
                    <a:pt x="12232234" y="2955912"/>
                  </a:lnTo>
                  <a:lnTo>
                    <a:pt x="12271286" y="2977565"/>
                  </a:lnTo>
                  <a:lnTo>
                    <a:pt x="12311431" y="2997428"/>
                  </a:lnTo>
                  <a:lnTo>
                    <a:pt x="12352617" y="3015424"/>
                  </a:lnTo>
                  <a:lnTo>
                    <a:pt x="12394781" y="3031502"/>
                  </a:lnTo>
                  <a:lnTo>
                    <a:pt x="12437885" y="3045625"/>
                  </a:lnTo>
                  <a:lnTo>
                    <a:pt x="12481865" y="3057715"/>
                  </a:lnTo>
                  <a:lnTo>
                    <a:pt x="12526658" y="3067735"/>
                  </a:lnTo>
                  <a:lnTo>
                    <a:pt x="12572225" y="3075622"/>
                  </a:lnTo>
                  <a:lnTo>
                    <a:pt x="12618504" y="3081324"/>
                  </a:lnTo>
                  <a:lnTo>
                    <a:pt x="12665443" y="3084792"/>
                  </a:lnTo>
                  <a:lnTo>
                    <a:pt x="12712980" y="3085947"/>
                  </a:lnTo>
                  <a:lnTo>
                    <a:pt x="15888234" y="3085947"/>
                  </a:lnTo>
                  <a:lnTo>
                    <a:pt x="15935782" y="3084792"/>
                  </a:lnTo>
                  <a:lnTo>
                    <a:pt x="15982709" y="3081324"/>
                  </a:lnTo>
                  <a:lnTo>
                    <a:pt x="16028988" y="3075622"/>
                  </a:lnTo>
                  <a:lnTo>
                    <a:pt x="16074555" y="3067735"/>
                  </a:lnTo>
                  <a:lnTo>
                    <a:pt x="16119361" y="3057715"/>
                  </a:lnTo>
                  <a:lnTo>
                    <a:pt x="16163328" y="3045625"/>
                  </a:lnTo>
                  <a:lnTo>
                    <a:pt x="16206432" y="3031502"/>
                  </a:lnTo>
                  <a:lnTo>
                    <a:pt x="16248609" y="3015424"/>
                  </a:lnTo>
                  <a:lnTo>
                    <a:pt x="16289782" y="2997428"/>
                  </a:lnTo>
                  <a:lnTo>
                    <a:pt x="16329940" y="2977565"/>
                  </a:lnTo>
                  <a:lnTo>
                    <a:pt x="16368979" y="2955912"/>
                  </a:lnTo>
                  <a:lnTo>
                    <a:pt x="16406889" y="2932493"/>
                  </a:lnTo>
                  <a:lnTo>
                    <a:pt x="16443579" y="2907398"/>
                  </a:lnTo>
                  <a:lnTo>
                    <a:pt x="16479025" y="2880652"/>
                  </a:lnTo>
                  <a:lnTo>
                    <a:pt x="16513150" y="2852318"/>
                  </a:lnTo>
                  <a:lnTo>
                    <a:pt x="16545903" y="2822460"/>
                  </a:lnTo>
                  <a:lnTo>
                    <a:pt x="16577247" y="2791117"/>
                  </a:lnTo>
                  <a:lnTo>
                    <a:pt x="16607104" y="2758363"/>
                  </a:lnTo>
                  <a:lnTo>
                    <a:pt x="16635438" y="2724239"/>
                  </a:lnTo>
                  <a:lnTo>
                    <a:pt x="16662184" y="2688793"/>
                  </a:lnTo>
                  <a:lnTo>
                    <a:pt x="16687280" y="2652103"/>
                  </a:lnTo>
                  <a:lnTo>
                    <a:pt x="16710698" y="2614193"/>
                  </a:lnTo>
                  <a:lnTo>
                    <a:pt x="16732352" y="2575153"/>
                  </a:lnTo>
                  <a:lnTo>
                    <a:pt x="16752215" y="2535009"/>
                  </a:lnTo>
                  <a:lnTo>
                    <a:pt x="16770211" y="2493822"/>
                  </a:lnTo>
                  <a:lnTo>
                    <a:pt x="16786289" y="2451646"/>
                  </a:lnTo>
                  <a:lnTo>
                    <a:pt x="16800411" y="2408542"/>
                  </a:lnTo>
                  <a:lnTo>
                    <a:pt x="16812502" y="2364575"/>
                  </a:lnTo>
                  <a:lnTo>
                    <a:pt x="16822522" y="2319769"/>
                  </a:lnTo>
                  <a:lnTo>
                    <a:pt x="16830409" y="2274201"/>
                  </a:lnTo>
                  <a:lnTo>
                    <a:pt x="16835438" y="2233434"/>
                  </a:lnTo>
                  <a:lnTo>
                    <a:pt x="16835438" y="852512"/>
                  </a:lnTo>
                  <a:close/>
                </a:path>
              </a:pathLst>
            </a:custGeom>
            <a:solidFill>
              <a:srgbClr val="0009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600995"/>
              <a:ext cx="923924" cy="7905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548" y="2456672"/>
              <a:ext cx="1114424" cy="1123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93779" y="2671851"/>
              <a:ext cx="1190624" cy="904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1904" y="6372666"/>
              <a:ext cx="876299" cy="1152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64244" y="6219926"/>
              <a:ext cx="876299" cy="8191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85385" y="6219926"/>
              <a:ext cx="914399" cy="8953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227960" y="2760329"/>
            <a:ext cx="205232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36303" y="2760329"/>
            <a:ext cx="2015489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Spear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76268" y="2778361"/>
            <a:ext cx="11626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Whaling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1252" y="3472655"/>
            <a:ext cx="470408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Mass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emails</a:t>
            </a:r>
            <a:r>
              <a:rPr dirty="0" sz="2600" spc="-8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impersonating</a:t>
            </a:r>
            <a:r>
              <a:rPr dirty="0" sz="2600" spc="-8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banks,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retailers,</a:t>
            </a:r>
            <a:r>
              <a:rPr dirty="0" sz="2600" spc="-7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or</a:t>
            </a:r>
            <a:r>
              <a:rPr dirty="0" sz="2600" spc="-7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IT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billions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daily.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32601" y="3472655"/>
            <a:ext cx="482282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Highly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targeted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using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personal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info</a:t>
            </a:r>
            <a:r>
              <a:rPr dirty="0" sz="2600" spc="-4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(name,</a:t>
            </a:r>
            <a:r>
              <a:rPr dirty="0" sz="2600" spc="-4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role,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org)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65%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cyberattacks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here.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83014" y="3472656"/>
            <a:ext cx="468249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Spear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aimed</a:t>
            </a:r>
            <a:r>
              <a:rPr dirty="0" sz="2600" spc="-4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at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executives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(CEO,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CFO)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Goal: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wire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transfers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confidential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3925" y="6330185"/>
            <a:ext cx="3223260" cy="2459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86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Smishing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(SMS)</a:t>
            </a:r>
            <a:endParaRPr sz="26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115399"/>
              </a:lnSpc>
              <a:spcBef>
                <a:spcPts val="1639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text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message.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'Your</a:t>
            </a:r>
            <a:r>
              <a:rPr dirty="0" sz="2600" spc="-8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parcel</a:t>
            </a:r>
            <a:r>
              <a:rPr dirty="0" sz="2600" spc="-8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is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held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—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click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here.'</a:t>
            </a:r>
            <a:r>
              <a:rPr dirty="0" sz="2600" spc="-7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Very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open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rates.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08220" y="6145766"/>
            <a:ext cx="4414520" cy="2186305"/>
          </a:xfrm>
          <a:prstGeom prst="rect">
            <a:avLst/>
          </a:prstGeom>
        </p:spPr>
        <p:txBody>
          <a:bodyPr wrap="square" lIns="0" tIns="239395" rIns="0" bIns="0" rtlCol="0" vert="horz">
            <a:spAutoFit/>
          </a:bodyPr>
          <a:lstStyle/>
          <a:p>
            <a:pPr algn="ctr" marR="316865">
              <a:lnSpc>
                <a:spcPct val="100000"/>
              </a:lnSpc>
              <a:spcBef>
                <a:spcPts val="1885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Vishing</a:t>
            </a:r>
            <a:endParaRPr sz="26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5399"/>
              </a:lnSpc>
              <a:spcBef>
                <a:spcPts val="1305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.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'Your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parcel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is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held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—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click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here.'</a:t>
            </a:r>
            <a:r>
              <a:rPr dirty="0" sz="2600" spc="-7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Very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open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rates.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181778" y="6145766"/>
            <a:ext cx="4041140" cy="2186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735" marR="285115" indent="713740">
              <a:lnSpc>
                <a:spcPct val="157300"/>
              </a:lnSpc>
              <a:spcBef>
                <a:spcPts val="95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Clone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Phishing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Exact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copy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real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endParaRPr sz="2600">
              <a:latin typeface="Times New Roman"/>
              <a:cs typeface="Times New Roman"/>
            </a:endParaRPr>
          </a:p>
          <a:p>
            <a:pPr marL="219075" marR="5080" indent="-207010">
              <a:lnSpc>
                <a:spcPct val="115399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malicious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link</a:t>
            </a:r>
            <a:r>
              <a:rPr dirty="0" sz="2600" spc="-4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swapped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in.</a:t>
            </a:r>
            <a:r>
              <a:rPr dirty="0" sz="2600" spc="-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Appears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re-send.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4044" y="340843"/>
            <a:ext cx="990599" cy="9334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769" rIns="0" bIns="0" rtlCol="0" vert="horz">
            <a:spAutoFit/>
          </a:bodyPr>
          <a:lstStyle/>
          <a:p>
            <a:pPr marL="1340485">
              <a:lnSpc>
                <a:spcPct val="100000"/>
              </a:lnSpc>
              <a:spcBef>
                <a:spcPts val="100"/>
              </a:spcBef>
            </a:pPr>
            <a:r>
              <a:rPr dirty="0" sz="4700" spc="-10"/>
              <a:t>RECOGNIZING</a:t>
            </a:r>
            <a:r>
              <a:rPr dirty="0" sz="4700" spc="-210"/>
              <a:t> </a:t>
            </a:r>
            <a:r>
              <a:rPr dirty="0" sz="4700"/>
              <a:t>PHISHING</a:t>
            </a:r>
            <a:r>
              <a:rPr dirty="0" sz="4700" spc="-204"/>
              <a:t> </a:t>
            </a:r>
            <a:r>
              <a:rPr dirty="0" sz="4700" spc="-10"/>
              <a:t>EMAILS....</a:t>
            </a:r>
            <a:endParaRPr sz="4700"/>
          </a:p>
        </p:txBody>
      </p:sp>
      <p:grpSp>
        <p:nvGrpSpPr>
          <p:cNvPr id="2" name="object 2"/>
          <p:cNvGrpSpPr/>
          <p:nvPr/>
        </p:nvGrpSpPr>
        <p:grpSpPr>
          <a:xfrm>
            <a:off x="28574" y="1688948"/>
            <a:ext cx="18259425" cy="8223884"/>
            <a:chOff x="28574" y="1688948"/>
            <a:chExt cx="18259425" cy="8223884"/>
          </a:xfrm>
        </p:grpSpPr>
        <p:sp>
          <p:nvSpPr>
            <p:cNvPr id="3" name="object 3"/>
            <p:cNvSpPr/>
            <p:nvPr/>
          </p:nvSpPr>
          <p:spPr>
            <a:xfrm>
              <a:off x="28574" y="1688948"/>
              <a:ext cx="18259425" cy="8223884"/>
            </a:xfrm>
            <a:custGeom>
              <a:avLst/>
              <a:gdLst/>
              <a:ahLst/>
              <a:cxnLst/>
              <a:rect l="l" t="t" r="r" b="b"/>
              <a:pathLst>
                <a:path w="18259425" h="8223884">
                  <a:moveTo>
                    <a:pt x="18259424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59424" y="0"/>
                  </a:lnTo>
                  <a:lnTo>
                    <a:pt x="18259424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28687" y="2225509"/>
              <a:ext cx="16595090" cy="7152640"/>
            </a:xfrm>
            <a:custGeom>
              <a:avLst/>
              <a:gdLst/>
              <a:ahLst/>
              <a:cxnLst/>
              <a:rect l="l" t="t" r="r" b="b"/>
              <a:pathLst>
                <a:path w="16595090" h="7152640">
                  <a:moveTo>
                    <a:pt x="7863459" y="5732742"/>
                  </a:moveTo>
                  <a:lnTo>
                    <a:pt x="7861757" y="5681154"/>
                  </a:lnTo>
                  <a:lnTo>
                    <a:pt x="7856690" y="5630075"/>
                  </a:lnTo>
                  <a:lnTo>
                    <a:pt x="7848320" y="5579656"/>
                  </a:lnTo>
                  <a:lnTo>
                    <a:pt x="7836700" y="5530037"/>
                  </a:lnTo>
                  <a:lnTo>
                    <a:pt x="7821917" y="5481383"/>
                  </a:lnTo>
                  <a:lnTo>
                    <a:pt x="7804010" y="5433847"/>
                  </a:lnTo>
                  <a:lnTo>
                    <a:pt x="7783055" y="5387568"/>
                  </a:lnTo>
                  <a:lnTo>
                    <a:pt x="7759103" y="5342712"/>
                  </a:lnTo>
                  <a:lnTo>
                    <a:pt x="7732230" y="5299418"/>
                  </a:lnTo>
                  <a:lnTo>
                    <a:pt x="7702499" y="5257838"/>
                  </a:lnTo>
                  <a:lnTo>
                    <a:pt x="7669974" y="5218138"/>
                  </a:lnTo>
                  <a:lnTo>
                    <a:pt x="7634694" y="5180457"/>
                  </a:lnTo>
                  <a:lnTo>
                    <a:pt x="7597013" y="5145189"/>
                  </a:lnTo>
                  <a:lnTo>
                    <a:pt x="7557313" y="5112651"/>
                  </a:lnTo>
                  <a:lnTo>
                    <a:pt x="7515733" y="5082921"/>
                  </a:lnTo>
                  <a:lnTo>
                    <a:pt x="7472439" y="5056048"/>
                  </a:lnTo>
                  <a:lnTo>
                    <a:pt x="7427582" y="5032095"/>
                  </a:lnTo>
                  <a:lnTo>
                    <a:pt x="7381303" y="5011140"/>
                  </a:lnTo>
                  <a:lnTo>
                    <a:pt x="7333767" y="4993233"/>
                  </a:lnTo>
                  <a:lnTo>
                    <a:pt x="7285114" y="4978451"/>
                  </a:lnTo>
                  <a:lnTo>
                    <a:pt x="7235495" y="4966830"/>
                  </a:lnTo>
                  <a:lnTo>
                    <a:pt x="7185076" y="4958461"/>
                  </a:lnTo>
                  <a:lnTo>
                    <a:pt x="7133996" y="4953393"/>
                  </a:lnTo>
                  <a:lnTo>
                    <a:pt x="7082409" y="4951692"/>
                  </a:lnTo>
                  <a:lnTo>
                    <a:pt x="781050" y="4951692"/>
                  </a:lnTo>
                  <a:lnTo>
                    <a:pt x="729475" y="4953393"/>
                  </a:lnTo>
                  <a:lnTo>
                    <a:pt x="678395" y="4958461"/>
                  </a:lnTo>
                  <a:lnTo>
                    <a:pt x="627964" y="4966830"/>
                  </a:lnTo>
                  <a:lnTo>
                    <a:pt x="578358" y="4978451"/>
                  </a:lnTo>
                  <a:lnTo>
                    <a:pt x="529704" y="4993233"/>
                  </a:lnTo>
                  <a:lnTo>
                    <a:pt x="482155" y="5011140"/>
                  </a:lnTo>
                  <a:lnTo>
                    <a:pt x="435889" y="5032095"/>
                  </a:lnTo>
                  <a:lnTo>
                    <a:pt x="391020" y="5056048"/>
                  </a:lnTo>
                  <a:lnTo>
                    <a:pt x="347726" y="5082921"/>
                  </a:lnTo>
                  <a:lnTo>
                    <a:pt x="306158" y="5112651"/>
                  </a:lnTo>
                  <a:lnTo>
                    <a:pt x="266446" y="5145189"/>
                  </a:lnTo>
                  <a:lnTo>
                    <a:pt x="228765" y="5180457"/>
                  </a:lnTo>
                  <a:lnTo>
                    <a:pt x="193497" y="5218138"/>
                  </a:lnTo>
                  <a:lnTo>
                    <a:pt x="160959" y="5257838"/>
                  </a:lnTo>
                  <a:lnTo>
                    <a:pt x="131229" y="5299418"/>
                  </a:lnTo>
                  <a:lnTo>
                    <a:pt x="104355" y="5342712"/>
                  </a:lnTo>
                  <a:lnTo>
                    <a:pt x="80416" y="5387568"/>
                  </a:lnTo>
                  <a:lnTo>
                    <a:pt x="59461" y="5433847"/>
                  </a:lnTo>
                  <a:lnTo>
                    <a:pt x="41554" y="5481383"/>
                  </a:lnTo>
                  <a:lnTo>
                    <a:pt x="26771" y="5530037"/>
                  </a:lnTo>
                  <a:lnTo>
                    <a:pt x="15151" y="5579656"/>
                  </a:lnTo>
                  <a:lnTo>
                    <a:pt x="6781" y="5630075"/>
                  </a:lnTo>
                  <a:lnTo>
                    <a:pt x="1714" y="5681154"/>
                  </a:lnTo>
                  <a:lnTo>
                    <a:pt x="0" y="5732742"/>
                  </a:lnTo>
                  <a:lnTo>
                    <a:pt x="0" y="6370980"/>
                  </a:lnTo>
                  <a:lnTo>
                    <a:pt x="1714" y="6422568"/>
                  </a:lnTo>
                  <a:lnTo>
                    <a:pt x="6781" y="6473647"/>
                  </a:lnTo>
                  <a:lnTo>
                    <a:pt x="15151" y="6524066"/>
                  </a:lnTo>
                  <a:lnTo>
                    <a:pt x="26771" y="6573685"/>
                  </a:lnTo>
                  <a:lnTo>
                    <a:pt x="41554" y="6622339"/>
                  </a:lnTo>
                  <a:lnTo>
                    <a:pt x="59461" y="6669875"/>
                  </a:lnTo>
                  <a:lnTo>
                    <a:pt x="80416" y="6716154"/>
                  </a:lnTo>
                  <a:lnTo>
                    <a:pt x="104355" y="6761023"/>
                  </a:lnTo>
                  <a:lnTo>
                    <a:pt x="131229" y="6804317"/>
                  </a:lnTo>
                  <a:lnTo>
                    <a:pt x="160959" y="6845884"/>
                  </a:lnTo>
                  <a:lnTo>
                    <a:pt x="193497" y="6885584"/>
                  </a:lnTo>
                  <a:lnTo>
                    <a:pt x="228765" y="6923265"/>
                  </a:lnTo>
                  <a:lnTo>
                    <a:pt x="266446" y="6958546"/>
                  </a:lnTo>
                  <a:lnTo>
                    <a:pt x="306158" y="6991070"/>
                  </a:lnTo>
                  <a:lnTo>
                    <a:pt x="347726" y="7020814"/>
                  </a:lnTo>
                  <a:lnTo>
                    <a:pt x="391020" y="7047674"/>
                  </a:lnTo>
                  <a:lnTo>
                    <a:pt x="435889" y="7071627"/>
                  </a:lnTo>
                  <a:lnTo>
                    <a:pt x="482155" y="7092582"/>
                  </a:lnTo>
                  <a:lnTo>
                    <a:pt x="529704" y="7110489"/>
                  </a:lnTo>
                  <a:lnTo>
                    <a:pt x="578358" y="7125271"/>
                  </a:lnTo>
                  <a:lnTo>
                    <a:pt x="627964" y="7136892"/>
                  </a:lnTo>
                  <a:lnTo>
                    <a:pt x="678395" y="7145261"/>
                  </a:lnTo>
                  <a:lnTo>
                    <a:pt x="729475" y="7150328"/>
                  </a:lnTo>
                  <a:lnTo>
                    <a:pt x="781050" y="7152030"/>
                  </a:lnTo>
                  <a:lnTo>
                    <a:pt x="7082409" y="7152030"/>
                  </a:lnTo>
                  <a:lnTo>
                    <a:pt x="7133996" y="7150328"/>
                  </a:lnTo>
                  <a:lnTo>
                    <a:pt x="7185076" y="7145261"/>
                  </a:lnTo>
                  <a:lnTo>
                    <a:pt x="7235495" y="7136892"/>
                  </a:lnTo>
                  <a:lnTo>
                    <a:pt x="7285114" y="7125271"/>
                  </a:lnTo>
                  <a:lnTo>
                    <a:pt x="7333767" y="7110489"/>
                  </a:lnTo>
                  <a:lnTo>
                    <a:pt x="7381303" y="7092582"/>
                  </a:lnTo>
                  <a:lnTo>
                    <a:pt x="7427582" y="7071627"/>
                  </a:lnTo>
                  <a:lnTo>
                    <a:pt x="7472439" y="7047674"/>
                  </a:lnTo>
                  <a:lnTo>
                    <a:pt x="7515733" y="7020814"/>
                  </a:lnTo>
                  <a:lnTo>
                    <a:pt x="7557313" y="6991070"/>
                  </a:lnTo>
                  <a:lnTo>
                    <a:pt x="7597013" y="6958546"/>
                  </a:lnTo>
                  <a:lnTo>
                    <a:pt x="7634694" y="6923265"/>
                  </a:lnTo>
                  <a:lnTo>
                    <a:pt x="7669974" y="6885584"/>
                  </a:lnTo>
                  <a:lnTo>
                    <a:pt x="7702499" y="6845884"/>
                  </a:lnTo>
                  <a:lnTo>
                    <a:pt x="7732230" y="6804317"/>
                  </a:lnTo>
                  <a:lnTo>
                    <a:pt x="7759103" y="6761023"/>
                  </a:lnTo>
                  <a:lnTo>
                    <a:pt x="7783055" y="6716154"/>
                  </a:lnTo>
                  <a:lnTo>
                    <a:pt x="7804010" y="6669875"/>
                  </a:lnTo>
                  <a:lnTo>
                    <a:pt x="7821917" y="6622339"/>
                  </a:lnTo>
                  <a:lnTo>
                    <a:pt x="7836700" y="6573685"/>
                  </a:lnTo>
                  <a:lnTo>
                    <a:pt x="7848320" y="6524066"/>
                  </a:lnTo>
                  <a:lnTo>
                    <a:pt x="7856690" y="6473647"/>
                  </a:lnTo>
                  <a:lnTo>
                    <a:pt x="7861757" y="6422568"/>
                  </a:lnTo>
                  <a:lnTo>
                    <a:pt x="7863459" y="6370980"/>
                  </a:lnTo>
                  <a:lnTo>
                    <a:pt x="7863459" y="5732742"/>
                  </a:lnTo>
                  <a:close/>
                </a:path>
                <a:path w="16595090" h="7152640">
                  <a:moveTo>
                    <a:pt x="7863459" y="3256165"/>
                  </a:moveTo>
                  <a:lnTo>
                    <a:pt x="7861757" y="3204578"/>
                  </a:lnTo>
                  <a:lnTo>
                    <a:pt x="7856690" y="3153499"/>
                  </a:lnTo>
                  <a:lnTo>
                    <a:pt x="7848320" y="3103080"/>
                  </a:lnTo>
                  <a:lnTo>
                    <a:pt x="7836700" y="3053473"/>
                  </a:lnTo>
                  <a:lnTo>
                    <a:pt x="7821917" y="3004820"/>
                  </a:lnTo>
                  <a:lnTo>
                    <a:pt x="7804010" y="2957271"/>
                  </a:lnTo>
                  <a:lnTo>
                    <a:pt x="7783055" y="2910992"/>
                  </a:lnTo>
                  <a:lnTo>
                    <a:pt x="7759103" y="2866136"/>
                  </a:lnTo>
                  <a:lnTo>
                    <a:pt x="7732230" y="2822841"/>
                  </a:lnTo>
                  <a:lnTo>
                    <a:pt x="7702499" y="2781262"/>
                  </a:lnTo>
                  <a:lnTo>
                    <a:pt x="7669974" y="2741561"/>
                  </a:lnTo>
                  <a:lnTo>
                    <a:pt x="7634694" y="2703880"/>
                  </a:lnTo>
                  <a:lnTo>
                    <a:pt x="7597013" y="2668613"/>
                  </a:lnTo>
                  <a:lnTo>
                    <a:pt x="7557313" y="2636075"/>
                  </a:lnTo>
                  <a:lnTo>
                    <a:pt x="7515733" y="2606344"/>
                  </a:lnTo>
                  <a:lnTo>
                    <a:pt x="7472439" y="2579471"/>
                  </a:lnTo>
                  <a:lnTo>
                    <a:pt x="7427582" y="2555532"/>
                  </a:lnTo>
                  <a:lnTo>
                    <a:pt x="7381303" y="2534577"/>
                  </a:lnTo>
                  <a:lnTo>
                    <a:pt x="7333767" y="2516670"/>
                  </a:lnTo>
                  <a:lnTo>
                    <a:pt x="7285114" y="2501874"/>
                  </a:lnTo>
                  <a:lnTo>
                    <a:pt x="7235495" y="2490266"/>
                  </a:lnTo>
                  <a:lnTo>
                    <a:pt x="7185076" y="2481897"/>
                  </a:lnTo>
                  <a:lnTo>
                    <a:pt x="7133996" y="2476817"/>
                  </a:lnTo>
                  <a:lnTo>
                    <a:pt x="7082409" y="2475115"/>
                  </a:lnTo>
                  <a:lnTo>
                    <a:pt x="781050" y="2475115"/>
                  </a:lnTo>
                  <a:lnTo>
                    <a:pt x="729475" y="2476817"/>
                  </a:lnTo>
                  <a:lnTo>
                    <a:pt x="678395" y="2481897"/>
                  </a:lnTo>
                  <a:lnTo>
                    <a:pt x="627964" y="2490266"/>
                  </a:lnTo>
                  <a:lnTo>
                    <a:pt x="578358" y="2501874"/>
                  </a:lnTo>
                  <a:lnTo>
                    <a:pt x="529704" y="2516670"/>
                  </a:lnTo>
                  <a:lnTo>
                    <a:pt x="482155" y="2534577"/>
                  </a:lnTo>
                  <a:lnTo>
                    <a:pt x="435889" y="2555532"/>
                  </a:lnTo>
                  <a:lnTo>
                    <a:pt x="391020" y="2579471"/>
                  </a:lnTo>
                  <a:lnTo>
                    <a:pt x="347726" y="2606344"/>
                  </a:lnTo>
                  <a:lnTo>
                    <a:pt x="306158" y="2636075"/>
                  </a:lnTo>
                  <a:lnTo>
                    <a:pt x="266446" y="2668613"/>
                  </a:lnTo>
                  <a:lnTo>
                    <a:pt x="228765" y="2703880"/>
                  </a:lnTo>
                  <a:lnTo>
                    <a:pt x="193497" y="2741561"/>
                  </a:lnTo>
                  <a:lnTo>
                    <a:pt x="160959" y="2781262"/>
                  </a:lnTo>
                  <a:lnTo>
                    <a:pt x="131229" y="2822841"/>
                  </a:lnTo>
                  <a:lnTo>
                    <a:pt x="104355" y="2866136"/>
                  </a:lnTo>
                  <a:lnTo>
                    <a:pt x="80416" y="2910992"/>
                  </a:lnTo>
                  <a:lnTo>
                    <a:pt x="59461" y="2957271"/>
                  </a:lnTo>
                  <a:lnTo>
                    <a:pt x="41554" y="3004820"/>
                  </a:lnTo>
                  <a:lnTo>
                    <a:pt x="26771" y="3053473"/>
                  </a:lnTo>
                  <a:lnTo>
                    <a:pt x="15151" y="3103080"/>
                  </a:lnTo>
                  <a:lnTo>
                    <a:pt x="6781" y="3153499"/>
                  </a:lnTo>
                  <a:lnTo>
                    <a:pt x="1714" y="3204578"/>
                  </a:lnTo>
                  <a:lnTo>
                    <a:pt x="0" y="3256165"/>
                  </a:lnTo>
                  <a:lnTo>
                    <a:pt x="0" y="3894417"/>
                  </a:lnTo>
                  <a:lnTo>
                    <a:pt x="1714" y="3946004"/>
                  </a:lnTo>
                  <a:lnTo>
                    <a:pt x="6781" y="3997083"/>
                  </a:lnTo>
                  <a:lnTo>
                    <a:pt x="15151" y="4047502"/>
                  </a:lnTo>
                  <a:lnTo>
                    <a:pt x="26771" y="4097121"/>
                  </a:lnTo>
                  <a:lnTo>
                    <a:pt x="41554" y="4145775"/>
                  </a:lnTo>
                  <a:lnTo>
                    <a:pt x="59461" y="4193311"/>
                  </a:lnTo>
                  <a:lnTo>
                    <a:pt x="80416" y="4239590"/>
                  </a:lnTo>
                  <a:lnTo>
                    <a:pt x="104355" y="4284446"/>
                  </a:lnTo>
                  <a:lnTo>
                    <a:pt x="131229" y="4327741"/>
                  </a:lnTo>
                  <a:lnTo>
                    <a:pt x="160959" y="4369320"/>
                  </a:lnTo>
                  <a:lnTo>
                    <a:pt x="193497" y="4409021"/>
                  </a:lnTo>
                  <a:lnTo>
                    <a:pt x="228765" y="4446702"/>
                  </a:lnTo>
                  <a:lnTo>
                    <a:pt x="266446" y="4481969"/>
                  </a:lnTo>
                  <a:lnTo>
                    <a:pt x="306158" y="4514507"/>
                  </a:lnTo>
                  <a:lnTo>
                    <a:pt x="347726" y="4544238"/>
                  </a:lnTo>
                  <a:lnTo>
                    <a:pt x="391020" y="4571111"/>
                  </a:lnTo>
                  <a:lnTo>
                    <a:pt x="435889" y="4595050"/>
                  </a:lnTo>
                  <a:lnTo>
                    <a:pt x="482155" y="4616005"/>
                  </a:lnTo>
                  <a:lnTo>
                    <a:pt x="529704" y="4633912"/>
                  </a:lnTo>
                  <a:lnTo>
                    <a:pt x="578358" y="4648708"/>
                  </a:lnTo>
                  <a:lnTo>
                    <a:pt x="627964" y="4660316"/>
                  </a:lnTo>
                  <a:lnTo>
                    <a:pt x="678395" y="4668685"/>
                  </a:lnTo>
                  <a:lnTo>
                    <a:pt x="729475" y="4673765"/>
                  </a:lnTo>
                  <a:lnTo>
                    <a:pt x="781050" y="4675467"/>
                  </a:lnTo>
                  <a:lnTo>
                    <a:pt x="7082409" y="4675467"/>
                  </a:lnTo>
                  <a:lnTo>
                    <a:pt x="7133996" y="4673765"/>
                  </a:lnTo>
                  <a:lnTo>
                    <a:pt x="7185076" y="4668685"/>
                  </a:lnTo>
                  <a:lnTo>
                    <a:pt x="7235495" y="4660316"/>
                  </a:lnTo>
                  <a:lnTo>
                    <a:pt x="7285114" y="4648708"/>
                  </a:lnTo>
                  <a:lnTo>
                    <a:pt x="7333767" y="4633912"/>
                  </a:lnTo>
                  <a:lnTo>
                    <a:pt x="7381303" y="4616005"/>
                  </a:lnTo>
                  <a:lnTo>
                    <a:pt x="7427582" y="4595050"/>
                  </a:lnTo>
                  <a:lnTo>
                    <a:pt x="7472439" y="4571111"/>
                  </a:lnTo>
                  <a:lnTo>
                    <a:pt x="7515733" y="4544238"/>
                  </a:lnTo>
                  <a:lnTo>
                    <a:pt x="7557313" y="4514507"/>
                  </a:lnTo>
                  <a:lnTo>
                    <a:pt x="7597013" y="4481969"/>
                  </a:lnTo>
                  <a:lnTo>
                    <a:pt x="7634694" y="4446702"/>
                  </a:lnTo>
                  <a:lnTo>
                    <a:pt x="7669974" y="4409021"/>
                  </a:lnTo>
                  <a:lnTo>
                    <a:pt x="7702499" y="4369320"/>
                  </a:lnTo>
                  <a:lnTo>
                    <a:pt x="7732230" y="4327741"/>
                  </a:lnTo>
                  <a:lnTo>
                    <a:pt x="7759103" y="4284446"/>
                  </a:lnTo>
                  <a:lnTo>
                    <a:pt x="7783055" y="4239590"/>
                  </a:lnTo>
                  <a:lnTo>
                    <a:pt x="7804010" y="4193311"/>
                  </a:lnTo>
                  <a:lnTo>
                    <a:pt x="7821917" y="4145775"/>
                  </a:lnTo>
                  <a:lnTo>
                    <a:pt x="7836700" y="4097121"/>
                  </a:lnTo>
                  <a:lnTo>
                    <a:pt x="7848320" y="4047502"/>
                  </a:lnTo>
                  <a:lnTo>
                    <a:pt x="7856690" y="3997083"/>
                  </a:lnTo>
                  <a:lnTo>
                    <a:pt x="7861757" y="3946004"/>
                  </a:lnTo>
                  <a:lnTo>
                    <a:pt x="7863459" y="3894417"/>
                  </a:lnTo>
                  <a:lnTo>
                    <a:pt x="7863459" y="3256165"/>
                  </a:lnTo>
                  <a:close/>
                </a:path>
                <a:path w="16595090" h="7152640">
                  <a:moveTo>
                    <a:pt x="7863459" y="782510"/>
                  </a:moveTo>
                  <a:lnTo>
                    <a:pt x="7861757" y="730923"/>
                  </a:lnTo>
                  <a:lnTo>
                    <a:pt x="7856690" y="679843"/>
                  </a:lnTo>
                  <a:lnTo>
                    <a:pt x="7848320" y="629424"/>
                  </a:lnTo>
                  <a:lnTo>
                    <a:pt x="7836700" y="579805"/>
                  </a:lnTo>
                  <a:lnTo>
                    <a:pt x="7821917" y="531152"/>
                  </a:lnTo>
                  <a:lnTo>
                    <a:pt x="7804010" y="483616"/>
                  </a:lnTo>
                  <a:lnTo>
                    <a:pt x="7783055" y="437337"/>
                  </a:lnTo>
                  <a:lnTo>
                    <a:pt x="7759103" y="392468"/>
                  </a:lnTo>
                  <a:lnTo>
                    <a:pt x="7732230" y="349186"/>
                  </a:lnTo>
                  <a:lnTo>
                    <a:pt x="7702499" y="307606"/>
                  </a:lnTo>
                  <a:lnTo>
                    <a:pt x="7669974" y="267906"/>
                  </a:lnTo>
                  <a:lnTo>
                    <a:pt x="7634694" y="230225"/>
                  </a:lnTo>
                  <a:lnTo>
                    <a:pt x="7597013" y="194945"/>
                  </a:lnTo>
                  <a:lnTo>
                    <a:pt x="7557313" y="162420"/>
                  </a:lnTo>
                  <a:lnTo>
                    <a:pt x="7515733" y="132676"/>
                  </a:lnTo>
                  <a:lnTo>
                    <a:pt x="7472439" y="105816"/>
                  </a:lnTo>
                  <a:lnTo>
                    <a:pt x="7427582" y="81864"/>
                  </a:lnTo>
                  <a:lnTo>
                    <a:pt x="7381303" y="60909"/>
                  </a:lnTo>
                  <a:lnTo>
                    <a:pt x="7333767" y="43002"/>
                  </a:lnTo>
                  <a:lnTo>
                    <a:pt x="7285114" y="28219"/>
                  </a:lnTo>
                  <a:lnTo>
                    <a:pt x="7235495" y="16598"/>
                  </a:lnTo>
                  <a:lnTo>
                    <a:pt x="7185076" y="8229"/>
                  </a:lnTo>
                  <a:lnTo>
                    <a:pt x="7133996" y="3162"/>
                  </a:lnTo>
                  <a:lnTo>
                    <a:pt x="7082409" y="1460"/>
                  </a:lnTo>
                  <a:lnTo>
                    <a:pt x="781050" y="1460"/>
                  </a:lnTo>
                  <a:lnTo>
                    <a:pt x="729475" y="3162"/>
                  </a:lnTo>
                  <a:lnTo>
                    <a:pt x="678395" y="8229"/>
                  </a:lnTo>
                  <a:lnTo>
                    <a:pt x="627964" y="16598"/>
                  </a:lnTo>
                  <a:lnTo>
                    <a:pt x="578358" y="28219"/>
                  </a:lnTo>
                  <a:lnTo>
                    <a:pt x="529704" y="43002"/>
                  </a:lnTo>
                  <a:lnTo>
                    <a:pt x="482155" y="60909"/>
                  </a:lnTo>
                  <a:lnTo>
                    <a:pt x="435889" y="81864"/>
                  </a:lnTo>
                  <a:lnTo>
                    <a:pt x="391020" y="105816"/>
                  </a:lnTo>
                  <a:lnTo>
                    <a:pt x="347726" y="132676"/>
                  </a:lnTo>
                  <a:lnTo>
                    <a:pt x="306158" y="162420"/>
                  </a:lnTo>
                  <a:lnTo>
                    <a:pt x="266446" y="194945"/>
                  </a:lnTo>
                  <a:lnTo>
                    <a:pt x="228765" y="230225"/>
                  </a:lnTo>
                  <a:lnTo>
                    <a:pt x="193497" y="267906"/>
                  </a:lnTo>
                  <a:lnTo>
                    <a:pt x="160959" y="307606"/>
                  </a:lnTo>
                  <a:lnTo>
                    <a:pt x="131229" y="349186"/>
                  </a:lnTo>
                  <a:lnTo>
                    <a:pt x="104355" y="392468"/>
                  </a:lnTo>
                  <a:lnTo>
                    <a:pt x="80416" y="437337"/>
                  </a:lnTo>
                  <a:lnTo>
                    <a:pt x="59461" y="483616"/>
                  </a:lnTo>
                  <a:lnTo>
                    <a:pt x="41554" y="531152"/>
                  </a:lnTo>
                  <a:lnTo>
                    <a:pt x="26771" y="579805"/>
                  </a:lnTo>
                  <a:lnTo>
                    <a:pt x="15151" y="629424"/>
                  </a:lnTo>
                  <a:lnTo>
                    <a:pt x="6781" y="679843"/>
                  </a:lnTo>
                  <a:lnTo>
                    <a:pt x="1714" y="730923"/>
                  </a:lnTo>
                  <a:lnTo>
                    <a:pt x="0" y="782510"/>
                  </a:lnTo>
                  <a:lnTo>
                    <a:pt x="0" y="1420749"/>
                  </a:lnTo>
                  <a:lnTo>
                    <a:pt x="1714" y="1472336"/>
                  </a:lnTo>
                  <a:lnTo>
                    <a:pt x="6781" y="1523415"/>
                  </a:lnTo>
                  <a:lnTo>
                    <a:pt x="15151" y="1573834"/>
                  </a:lnTo>
                  <a:lnTo>
                    <a:pt x="26771" y="1623453"/>
                  </a:lnTo>
                  <a:lnTo>
                    <a:pt x="41554" y="1672107"/>
                  </a:lnTo>
                  <a:lnTo>
                    <a:pt x="59461" y="1719643"/>
                  </a:lnTo>
                  <a:lnTo>
                    <a:pt x="80416" y="1765922"/>
                  </a:lnTo>
                  <a:lnTo>
                    <a:pt x="104355" y="1810791"/>
                  </a:lnTo>
                  <a:lnTo>
                    <a:pt x="131229" y="1854085"/>
                  </a:lnTo>
                  <a:lnTo>
                    <a:pt x="160959" y="1895652"/>
                  </a:lnTo>
                  <a:lnTo>
                    <a:pt x="193497" y="1935353"/>
                  </a:lnTo>
                  <a:lnTo>
                    <a:pt x="228765" y="1973033"/>
                  </a:lnTo>
                  <a:lnTo>
                    <a:pt x="266446" y="2008314"/>
                  </a:lnTo>
                  <a:lnTo>
                    <a:pt x="306158" y="2040839"/>
                  </a:lnTo>
                  <a:lnTo>
                    <a:pt x="347726" y="2070582"/>
                  </a:lnTo>
                  <a:lnTo>
                    <a:pt x="391020" y="2097443"/>
                  </a:lnTo>
                  <a:lnTo>
                    <a:pt x="435889" y="2121395"/>
                  </a:lnTo>
                  <a:lnTo>
                    <a:pt x="482155" y="2142350"/>
                  </a:lnTo>
                  <a:lnTo>
                    <a:pt x="529704" y="2160257"/>
                  </a:lnTo>
                  <a:lnTo>
                    <a:pt x="578358" y="2175040"/>
                  </a:lnTo>
                  <a:lnTo>
                    <a:pt x="627964" y="2186660"/>
                  </a:lnTo>
                  <a:lnTo>
                    <a:pt x="678395" y="2195030"/>
                  </a:lnTo>
                  <a:lnTo>
                    <a:pt x="729475" y="2200097"/>
                  </a:lnTo>
                  <a:lnTo>
                    <a:pt x="781050" y="2201799"/>
                  </a:lnTo>
                  <a:lnTo>
                    <a:pt x="7082409" y="2201799"/>
                  </a:lnTo>
                  <a:lnTo>
                    <a:pt x="7133996" y="2200097"/>
                  </a:lnTo>
                  <a:lnTo>
                    <a:pt x="7185076" y="2195030"/>
                  </a:lnTo>
                  <a:lnTo>
                    <a:pt x="7235495" y="2186660"/>
                  </a:lnTo>
                  <a:lnTo>
                    <a:pt x="7285114" y="2175040"/>
                  </a:lnTo>
                  <a:lnTo>
                    <a:pt x="7333767" y="2160257"/>
                  </a:lnTo>
                  <a:lnTo>
                    <a:pt x="7381303" y="2142350"/>
                  </a:lnTo>
                  <a:lnTo>
                    <a:pt x="7427582" y="2121395"/>
                  </a:lnTo>
                  <a:lnTo>
                    <a:pt x="7472439" y="2097443"/>
                  </a:lnTo>
                  <a:lnTo>
                    <a:pt x="7515733" y="2070582"/>
                  </a:lnTo>
                  <a:lnTo>
                    <a:pt x="7557313" y="2040839"/>
                  </a:lnTo>
                  <a:lnTo>
                    <a:pt x="7597013" y="2008314"/>
                  </a:lnTo>
                  <a:lnTo>
                    <a:pt x="7634694" y="1973033"/>
                  </a:lnTo>
                  <a:lnTo>
                    <a:pt x="7669974" y="1935353"/>
                  </a:lnTo>
                  <a:lnTo>
                    <a:pt x="7702499" y="1895652"/>
                  </a:lnTo>
                  <a:lnTo>
                    <a:pt x="7732230" y="1854085"/>
                  </a:lnTo>
                  <a:lnTo>
                    <a:pt x="7759103" y="1810791"/>
                  </a:lnTo>
                  <a:lnTo>
                    <a:pt x="7783055" y="1765922"/>
                  </a:lnTo>
                  <a:lnTo>
                    <a:pt x="7804010" y="1719643"/>
                  </a:lnTo>
                  <a:lnTo>
                    <a:pt x="7821917" y="1672107"/>
                  </a:lnTo>
                  <a:lnTo>
                    <a:pt x="7836700" y="1623453"/>
                  </a:lnTo>
                  <a:lnTo>
                    <a:pt x="7848320" y="1573834"/>
                  </a:lnTo>
                  <a:lnTo>
                    <a:pt x="7856690" y="1523415"/>
                  </a:lnTo>
                  <a:lnTo>
                    <a:pt x="7861757" y="1472336"/>
                  </a:lnTo>
                  <a:lnTo>
                    <a:pt x="7863459" y="1420749"/>
                  </a:lnTo>
                  <a:lnTo>
                    <a:pt x="7863459" y="782510"/>
                  </a:lnTo>
                  <a:close/>
                </a:path>
                <a:path w="16595090" h="7152640">
                  <a:moveTo>
                    <a:pt x="16594570" y="5732742"/>
                  </a:moveTo>
                  <a:lnTo>
                    <a:pt x="16592855" y="5681154"/>
                  </a:lnTo>
                  <a:lnTo>
                    <a:pt x="16587788" y="5630075"/>
                  </a:lnTo>
                  <a:lnTo>
                    <a:pt x="16579418" y="5579656"/>
                  </a:lnTo>
                  <a:lnTo>
                    <a:pt x="16567798" y="5530037"/>
                  </a:lnTo>
                  <a:lnTo>
                    <a:pt x="16553015" y="5481383"/>
                  </a:lnTo>
                  <a:lnTo>
                    <a:pt x="16535108" y="5433847"/>
                  </a:lnTo>
                  <a:lnTo>
                    <a:pt x="16514153" y="5387568"/>
                  </a:lnTo>
                  <a:lnTo>
                    <a:pt x="16490214" y="5342712"/>
                  </a:lnTo>
                  <a:lnTo>
                    <a:pt x="16463340" y="5299418"/>
                  </a:lnTo>
                  <a:lnTo>
                    <a:pt x="16433610" y="5257838"/>
                  </a:lnTo>
                  <a:lnTo>
                    <a:pt x="16401072" y="5218138"/>
                  </a:lnTo>
                  <a:lnTo>
                    <a:pt x="16365804" y="5180457"/>
                  </a:lnTo>
                  <a:lnTo>
                    <a:pt x="16328124" y="5145189"/>
                  </a:lnTo>
                  <a:lnTo>
                    <a:pt x="16288411" y="5112651"/>
                  </a:lnTo>
                  <a:lnTo>
                    <a:pt x="16246844" y="5082921"/>
                  </a:lnTo>
                  <a:lnTo>
                    <a:pt x="16203549" y="5056048"/>
                  </a:lnTo>
                  <a:lnTo>
                    <a:pt x="16158680" y="5032095"/>
                  </a:lnTo>
                  <a:lnTo>
                    <a:pt x="16112414" y="5011140"/>
                  </a:lnTo>
                  <a:lnTo>
                    <a:pt x="16064865" y="4993233"/>
                  </a:lnTo>
                  <a:lnTo>
                    <a:pt x="16016212" y="4978451"/>
                  </a:lnTo>
                  <a:lnTo>
                    <a:pt x="15966605" y="4966830"/>
                  </a:lnTo>
                  <a:lnTo>
                    <a:pt x="15916174" y="4958461"/>
                  </a:lnTo>
                  <a:lnTo>
                    <a:pt x="15865094" y="4953393"/>
                  </a:lnTo>
                  <a:lnTo>
                    <a:pt x="15813520" y="4951692"/>
                  </a:lnTo>
                  <a:lnTo>
                    <a:pt x="9512160" y="4951692"/>
                  </a:lnTo>
                  <a:lnTo>
                    <a:pt x="9460573" y="4953393"/>
                  </a:lnTo>
                  <a:lnTo>
                    <a:pt x="9409493" y="4958461"/>
                  </a:lnTo>
                  <a:lnTo>
                    <a:pt x="9359074" y="4966830"/>
                  </a:lnTo>
                  <a:lnTo>
                    <a:pt x="9309456" y="4978451"/>
                  </a:lnTo>
                  <a:lnTo>
                    <a:pt x="9260802" y="4993233"/>
                  </a:lnTo>
                  <a:lnTo>
                    <a:pt x="9213266" y="5011140"/>
                  </a:lnTo>
                  <a:lnTo>
                    <a:pt x="9166987" y="5032095"/>
                  </a:lnTo>
                  <a:lnTo>
                    <a:pt x="9122131" y="5056048"/>
                  </a:lnTo>
                  <a:lnTo>
                    <a:pt x="9078836" y="5082921"/>
                  </a:lnTo>
                  <a:lnTo>
                    <a:pt x="9037256" y="5112651"/>
                  </a:lnTo>
                  <a:lnTo>
                    <a:pt x="8997556" y="5145189"/>
                  </a:lnTo>
                  <a:lnTo>
                    <a:pt x="8959875" y="5180457"/>
                  </a:lnTo>
                  <a:lnTo>
                    <a:pt x="8924607" y="5218138"/>
                  </a:lnTo>
                  <a:lnTo>
                    <a:pt x="8892070" y="5257838"/>
                  </a:lnTo>
                  <a:lnTo>
                    <a:pt x="8862339" y="5299418"/>
                  </a:lnTo>
                  <a:lnTo>
                    <a:pt x="8835466" y="5342712"/>
                  </a:lnTo>
                  <a:lnTo>
                    <a:pt x="8811514" y="5387568"/>
                  </a:lnTo>
                  <a:lnTo>
                    <a:pt x="8790559" y="5433847"/>
                  </a:lnTo>
                  <a:lnTo>
                    <a:pt x="8772652" y="5481383"/>
                  </a:lnTo>
                  <a:lnTo>
                    <a:pt x="8757869" y="5530037"/>
                  </a:lnTo>
                  <a:lnTo>
                    <a:pt x="8746249" y="5579656"/>
                  </a:lnTo>
                  <a:lnTo>
                    <a:pt x="8737879" y="5630075"/>
                  </a:lnTo>
                  <a:lnTo>
                    <a:pt x="8732812" y="5681154"/>
                  </a:lnTo>
                  <a:lnTo>
                    <a:pt x="8731110" y="5732742"/>
                  </a:lnTo>
                  <a:lnTo>
                    <a:pt x="8731110" y="6370980"/>
                  </a:lnTo>
                  <a:lnTo>
                    <a:pt x="8732812" y="6422568"/>
                  </a:lnTo>
                  <a:lnTo>
                    <a:pt x="8737879" y="6473647"/>
                  </a:lnTo>
                  <a:lnTo>
                    <a:pt x="8746249" y="6524066"/>
                  </a:lnTo>
                  <a:lnTo>
                    <a:pt x="8757869" y="6573685"/>
                  </a:lnTo>
                  <a:lnTo>
                    <a:pt x="8772652" y="6622339"/>
                  </a:lnTo>
                  <a:lnTo>
                    <a:pt x="8790559" y="6669875"/>
                  </a:lnTo>
                  <a:lnTo>
                    <a:pt x="8811514" y="6716154"/>
                  </a:lnTo>
                  <a:lnTo>
                    <a:pt x="8835466" y="6761023"/>
                  </a:lnTo>
                  <a:lnTo>
                    <a:pt x="8862339" y="6804317"/>
                  </a:lnTo>
                  <a:lnTo>
                    <a:pt x="8892070" y="6845884"/>
                  </a:lnTo>
                  <a:lnTo>
                    <a:pt x="8924607" y="6885584"/>
                  </a:lnTo>
                  <a:lnTo>
                    <a:pt x="8959875" y="6923265"/>
                  </a:lnTo>
                  <a:lnTo>
                    <a:pt x="8997556" y="6958546"/>
                  </a:lnTo>
                  <a:lnTo>
                    <a:pt x="9037256" y="6991070"/>
                  </a:lnTo>
                  <a:lnTo>
                    <a:pt x="9078836" y="7020814"/>
                  </a:lnTo>
                  <a:lnTo>
                    <a:pt x="9122131" y="7047674"/>
                  </a:lnTo>
                  <a:lnTo>
                    <a:pt x="9166987" y="7071627"/>
                  </a:lnTo>
                  <a:lnTo>
                    <a:pt x="9213266" y="7092582"/>
                  </a:lnTo>
                  <a:lnTo>
                    <a:pt x="9260802" y="7110489"/>
                  </a:lnTo>
                  <a:lnTo>
                    <a:pt x="9309456" y="7125271"/>
                  </a:lnTo>
                  <a:lnTo>
                    <a:pt x="9359074" y="7136892"/>
                  </a:lnTo>
                  <a:lnTo>
                    <a:pt x="9409493" y="7145261"/>
                  </a:lnTo>
                  <a:lnTo>
                    <a:pt x="9460573" y="7150328"/>
                  </a:lnTo>
                  <a:lnTo>
                    <a:pt x="9512160" y="7152030"/>
                  </a:lnTo>
                  <a:lnTo>
                    <a:pt x="15813520" y="7152030"/>
                  </a:lnTo>
                  <a:lnTo>
                    <a:pt x="15865094" y="7150328"/>
                  </a:lnTo>
                  <a:lnTo>
                    <a:pt x="15916174" y="7145261"/>
                  </a:lnTo>
                  <a:lnTo>
                    <a:pt x="15966605" y="7136892"/>
                  </a:lnTo>
                  <a:lnTo>
                    <a:pt x="16016212" y="7125271"/>
                  </a:lnTo>
                  <a:lnTo>
                    <a:pt x="16064865" y="7110489"/>
                  </a:lnTo>
                  <a:lnTo>
                    <a:pt x="16112414" y="7092582"/>
                  </a:lnTo>
                  <a:lnTo>
                    <a:pt x="16158680" y="7071627"/>
                  </a:lnTo>
                  <a:lnTo>
                    <a:pt x="16203549" y="7047674"/>
                  </a:lnTo>
                  <a:lnTo>
                    <a:pt x="16246844" y="7020814"/>
                  </a:lnTo>
                  <a:lnTo>
                    <a:pt x="16288411" y="6991070"/>
                  </a:lnTo>
                  <a:lnTo>
                    <a:pt x="16328124" y="6958546"/>
                  </a:lnTo>
                  <a:lnTo>
                    <a:pt x="16365804" y="6923265"/>
                  </a:lnTo>
                  <a:lnTo>
                    <a:pt x="16401072" y="6885584"/>
                  </a:lnTo>
                  <a:lnTo>
                    <a:pt x="16433610" y="6845884"/>
                  </a:lnTo>
                  <a:lnTo>
                    <a:pt x="16463340" y="6804317"/>
                  </a:lnTo>
                  <a:lnTo>
                    <a:pt x="16490214" y="6761023"/>
                  </a:lnTo>
                  <a:lnTo>
                    <a:pt x="16514153" y="6716154"/>
                  </a:lnTo>
                  <a:lnTo>
                    <a:pt x="16535108" y="6669875"/>
                  </a:lnTo>
                  <a:lnTo>
                    <a:pt x="16553015" y="6622339"/>
                  </a:lnTo>
                  <a:lnTo>
                    <a:pt x="16567798" y="6573685"/>
                  </a:lnTo>
                  <a:lnTo>
                    <a:pt x="16579418" y="6524066"/>
                  </a:lnTo>
                  <a:lnTo>
                    <a:pt x="16587788" y="6473647"/>
                  </a:lnTo>
                  <a:lnTo>
                    <a:pt x="16592855" y="6422568"/>
                  </a:lnTo>
                  <a:lnTo>
                    <a:pt x="16594570" y="6370980"/>
                  </a:lnTo>
                  <a:lnTo>
                    <a:pt x="16594570" y="5732742"/>
                  </a:lnTo>
                  <a:close/>
                </a:path>
                <a:path w="16595090" h="7152640">
                  <a:moveTo>
                    <a:pt x="16594570" y="3257626"/>
                  </a:moveTo>
                  <a:lnTo>
                    <a:pt x="16592855" y="3206038"/>
                  </a:lnTo>
                  <a:lnTo>
                    <a:pt x="16587788" y="3154959"/>
                  </a:lnTo>
                  <a:lnTo>
                    <a:pt x="16579418" y="3104540"/>
                  </a:lnTo>
                  <a:lnTo>
                    <a:pt x="16567798" y="3054921"/>
                  </a:lnTo>
                  <a:lnTo>
                    <a:pt x="16553015" y="3006267"/>
                  </a:lnTo>
                  <a:lnTo>
                    <a:pt x="16535108" y="2958731"/>
                  </a:lnTo>
                  <a:lnTo>
                    <a:pt x="16514153" y="2912453"/>
                  </a:lnTo>
                  <a:lnTo>
                    <a:pt x="16490214" y="2867596"/>
                  </a:lnTo>
                  <a:lnTo>
                    <a:pt x="16463340" y="2824302"/>
                  </a:lnTo>
                  <a:lnTo>
                    <a:pt x="16433610" y="2782722"/>
                  </a:lnTo>
                  <a:lnTo>
                    <a:pt x="16401072" y="2743022"/>
                  </a:lnTo>
                  <a:lnTo>
                    <a:pt x="16365804" y="2705341"/>
                  </a:lnTo>
                  <a:lnTo>
                    <a:pt x="16328124" y="2670060"/>
                  </a:lnTo>
                  <a:lnTo>
                    <a:pt x="16288411" y="2637536"/>
                  </a:lnTo>
                  <a:lnTo>
                    <a:pt x="16246844" y="2607805"/>
                  </a:lnTo>
                  <a:lnTo>
                    <a:pt x="16203549" y="2580932"/>
                  </a:lnTo>
                  <a:lnTo>
                    <a:pt x="16158680" y="2556980"/>
                  </a:lnTo>
                  <a:lnTo>
                    <a:pt x="16112414" y="2536025"/>
                  </a:lnTo>
                  <a:lnTo>
                    <a:pt x="16064865" y="2518118"/>
                  </a:lnTo>
                  <a:lnTo>
                    <a:pt x="16016212" y="2503335"/>
                  </a:lnTo>
                  <a:lnTo>
                    <a:pt x="15966605" y="2491714"/>
                  </a:lnTo>
                  <a:lnTo>
                    <a:pt x="15916174" y="2483345"/>
                  </a:lnTo>
                  <a:lnTo>
                    <a:pt x="15865094" y="2478278"/>
                  </a:lnTo>
                  <a:lnTo>
                    <a:pt x="15813520" y="2476576"/>
                  </a:lnTo>
                  <a:lnTo>
                    <a:pt x="9512160" y="2476576"/>
                  </a:lnTo>
                  <a:lnTo>
                    <a:pt x="9460573" y="2478278"/>
                  </a:lnTo>
                  <a:lnTo>
                    <a:pt x="9409493" y="2483345"/>
                  </a:lnTo>
                  <a:lnTo>
                    <a:pt x="9359074" y="2491714"/>
                  </a:lnTo>
                  <a:lnTo>
                    <a:pt x="9309456" y="2503335"/>
                  </a:lnTo>
                  <a:lnTo>
                    <a:pt x="9260802" y="2518118"/>
                  </a:lnTo>
                  <a:lnTo>
                    <a:pt x="9213266" y="2536025"/>
                  </a:lnTo>
                  <a:lnTo>
                    <a:pt x="9166987" y="2556980"/>
                  </a:lnTo>
                  <a:lnTo>
                    <a:pt x="9122131" y="2580932"/>
                  </a:lnTo>
                  <a:lnTo>
                    <a:pt x="9078836" y="2607805"/>
                  </a:lnTo>
                  <a:lnTo>
                    <a:pt x="9037256" y="2637536"/>
                  </a:lnTo>
                  <a:lnTo>
                    <a:pt x="8997556" y="2670060"/>
                  </a:lnTo>
                  <a:lnTo>
                    <a:pt x="8959875" y="2705341"/>
                  </a:lnTo>
                  <a:lnTo>
                    <a:pt x="8924607" y="2743022"/>
                  </a:lnTo>
                  <a:lnTo>
                    <a:pt x="8892070" y="2782722"/>
                  </a:lnTo>
                  <a:lnTo>
                    <a:pt x="8862339" y="2824302"/>
                  </a:lnTo>
                  <a:lnTo>
                    <a:pt x="8835466" y="2867596"/>
                  </a:lnTo>
                  <a:lnTo>
                    <a:pt x="8811514" y="2912453"/>
                  </a:lnTo>
                  <a:lnTo>
                    <a:pt x="8790559" y="2958731"/>
                  </a:lnTo>
                  <a:lnTo>
                    <a:pt x="8772652" y="3006267"/>
                  </a:lnTo>
                  <a:lnTo>
                    <a:pt x="8757869" y="3054921"/>
                  </a:lnTo>
                  <a:lnTo>
                    <a:pt x="8746249" y="3104540"/>
                  </a:lnTo>
                  <a:lnTo>
                    <a:pt x="8737879" y="3154959"/>
                  </a:lnTo>
                  <a:lnTo>
                    <a:pt x="8732812" y="3206038"/>
                  </a:lnTo>
                  <a:lnTo>
                    <a:pt x="8731110" y="3257626"/>
                  </a:lnTo>
                  <a:lnTo>
                    <a:pt x="8731110" y="3895864"/>
                  </a:lnTo>
                  <a:lnTo>
                    <a:pt x="8732812" y="3947452"/>
                  </a:lnTo>
                  <a:lnTo>
                    <a:pt x="8737879" y="3998531"/>
                  </a:lnTo>
                  <a:lnTo>
                    <a:pt x="8746249" y="4048950"/>
                  </a:lnTo>
                  <a:lnTo>
                    <a:pt x="8757869" y="4098569"/>
                  </a:lnTo>
                  <a:lnTo>
                    <a:pt x="8772652" y="4147223"/>
                  </a:lnTo>
                  <a:lnTo>
                    <a:pt x="8790559" y="4194759"/>
                  </a:lnTo>
                  <a:lnTo>
                    <a:pt x="8811514" y="4241038"/>
                  </a:lnTo>
                  <a:lnTo>
                    <a:pt x="8835466" y="4285907"/>
                  </a:lnTo>
                  <a:lnTo>
                    <a:pt x="8862339" y="4329201"/>
                  </a:lnTo>
                  <a:lnTo>
                    <a:pt x="8892070" y="4370768"/>
                  </a:lnTo>
                  <a:lnTo>
                    <a:pt x="8924607" y="4410468"/>
                  </a:lnTo>
                  <a:lnTo>
                    <a:pt x="8959875" y="4448149"/>
                  </a:lnTo>
                  <a:lnTo>
                    <a:pt x="8997556" y="4483430"/>
                  </a:lnTo>
                  <a:lnTo>
                    <a:pt x="9037256" y="4515955"/>
                  </a:lnTo>
                  <a:lnTo>
                    <a:pt x="9078836" y="4545698"/>
                  </a:lnTo>
                  <a:lnTo>
                    <a:pt x="9122131" y="4572559"/>
                  </a:lnTo>
                  <a:lnTo>
                    <a:pt x="9166987" y="4596511"/>
                  </a:lnTo>
                  <a:lnTo>
                    <a:pt x="9213266" y="4617466"/>
                  </a:lnTo>
                  <a:lnTo>
                    <a:pt x="9260802" y="4635373"/>
                  </a:lnTo>
                  <a:lnTo>
                    <a:pt x="9309456" y="4650156"/>
                  </a:lnTo>
                  <a:lnTo>
                    <a:pt x="9359074" y="4661776"/>
                  </a:lnTo>
                  <a:lnTo>
                    <a:pt x="9409493" y="4670145"/>
                  </a:lnTo>
                  <a:lnTo>
                    <a:pt x="9460573" y="4675213"/>
                  </a:lnTo>
                  <a:lnTo>
                    <a:pt x="9512160" y="4676914"/>
                  </a:lnTo>
                  <a:lnTo>
                    <a:pt x="15813520" y="4676914"/>
                  </a:lnTo>
                  <a:lnTo>
                    <a:pt x="15865094" y="4675213"/>
                  </a:lnTo>
                  <a:lnTo>
                    <a:pt x="15916174" y="4670145"/>
                  </a:lnTo>
                  <a:lnTo>
                    <a:pt x="15966605" y="4661776"/>
                  </a:lnTo>
                  <a:lnTo>
                    <a:pt x="16016212" y="4650156"/>
                  </a:lnTo>
                  <a:lnTo>
                    <a:pt x="16064865" y="4635373"/>
                  </a:lnTo>
                  <a:lnTo>
                    <a:pt x="16112414" y="4617466"/>
                  </a:lnTo>
                  <a:lnTo>
                    <a:pt x="16158680" y="4596511"/>
                  </a:lnTo>
                  <a:lnTo>
                    <a:pt x="16203549" y="4572559"/>
                  </a:lnTo>
                  <a:lnTo>
                    <a:pt x="16246844" y="4545698"/>
                  </a:lnTo>
                  <a:lnTo>
                    <a:pt x="16288411" y="4515955"/>
                  </a:lnTo>
                  <a:lnTo>
                    <a:pt x="16328124" y="4483430"/>
                  </a:lnTo>
                  <a:lnTo>
                    <a:pt x="16365804" y="4448149"/>
                  </a:lnTo>
                  <a:lnTo>
                    <a:pt x="16401072" y="4410468"/>
                  </a:lnTo>
                  <a:lnTo>
                    <a:pt x="16433610" y="4370768"/>
                  </a:lnTo>
                  <a:lnTo>
                    <a:pt x="16463340" y="4329201"/>
                  </a:lnTo>
                  <a:lnTo>
                    <a:pt x="16490214" y="4285907"/>
                  </a:lnTo>
                  <a:lnTo>
                    <a:pt x="16514153" y="4241038"/>
                  </a:lnTo>
                  <a:lnTo>
                    <a:pt x="16535108" y="4194759"/>
                  </a:lnTo>
                  <a:lnTo>
                    <a:pt x="16553015" y="4147223"/>
                  </a:lnTo>
                  <a:lnTo>
                    <a:pt x="16567798" y="4098569"/>
                  </a:lnTo>
                  <a:lnTo>
                    <a:pt x="16579418" y="4048950"/>
                  </a:lnTo>
                  <a:lnTo>
                    <a:pt x="16587788" y="3998531"/>
                  </a:lnTo>
                  <a:lnTo>
                    <a:pt x="16592855" y="3947452"/>
                  </a:lnTo>
                  <a:lnTo>
                    <a:pt x="16594570" y="3895864"/>
                  </a:lnTo>
                  <a:lnTo>
                    <a:pt x="16594570" y="3257626"/>
                  </a:lnTo>
                  <a:close/>
                </a:path>
                <a:path w="16595090" h="7152640">
                  <a:moveTo>
                    <a:pt x="16594570" y="781050"/>
                  </a:moveTo>
                  <a:lnTo>
                    <a:pt x="16592855" y="729462"/>
                  </a:lnTo>
                  <a:lnTo>
                    <a:pt x="16587788" y="678383"/>
                  </a:lnTo>
                  <a:lnTo>
                    <a:pt x="16579418" y="627964"/>
                  </a:lnTo>
                  <a:lnTo>
                    <a:pt x="16567798" y="578358"/>
                  </a:lnTo>
                  <a:lnTo>
                    <a:pt x="16553015" y="529704"/>
                  </a:lnTo>
                  <a:lnTo>
                    <a:pt x="16535108" y="482155"/>
                  </a:lnTo>
                  <a:lnTo>
                    <a:pt x="16514153" y="435876"/>
                  </a:lnTo>
                  <a:lnTo>
                    <a:pt x="16490214" y="391020"/>
                  </a:lnTo>
                  <a:lnTo>
                    <a:pt x="16463340" y="347726"/>
                  </a:lnTo>
                  <a:lnTo>
                    <a:pt x="16433610" y="306146"/>
                  </a:lnTo>
                  <a:lnTo>
                    <a:pt x="16401072" y="266446"/>
                  </a:lnTo>
                  <a:lnTo>
                    <a:pt x="16365804" y="228765"/>
                  </a:lnTo>
                  <a:lnTo>
                    <a:pt x="16328124" y="193497"/>
                  </a:lnTo>
                  <a:lnTo>
                    <a:pt x="16288411" y="160959"/>
                  </a:lnTo>
                  <a:lnTo>
                    <a:pt x="16246844" y="131229"/>
                  </a:lnTo>
                  <a:lnTo>
                    <a:pt x="16203549" y="104355"/>
                  </a:lnTo>
                  <a:lnTo>
                    <a:pt x="16158680" y="80416"/>
                  </a:lnTo>
                  <a:lnTo>
                    <a:pt x="16112414" y="59461"/>
                  </a:lnTo>
                  <a:lnTo>
                    <a:pt x="16064865" y="41554"/>
                  </a:lnTo>
                  <a:lnTo>
                    <a:pt x="16016212" y="26758"/>
                  </a:lnTo>
                  <a:lnTo>
                    <a:pt x="15966605" y="15151"/>
                  </a:lnTo>
                  <a:lnTo>
                    <a:pt x="15916174" y="6781"/>
                  </a:lnTo>
                  <a:lnTo>
                    <a:pt x="15865094" y="1701"/>
                  </a:lnTo>
                  <a:lnTo>
                    <a:pt x="15813520" y="0"/>
                  </a:lnTo>
                  <a:lnTo>
                    <a:pt x="9512160" y="0"/>
                  </a:lnTo>
                  <a:lnTo>
                    <a:pt x="9460573" y="1701"/>
                  </a:lnTo>
                  <a:lnTo>
                    <a:pt x="9409493" y="6781"/>
                  </a:lnTo>
                  <a:lnTo>
                    <a:pt x="9359074" y="15151"/>
                  </a:lnTo>
                  <a:lnTo>
                    <a:pt x="9309456" y="26758"/>
                  </a:lnTo>
                  <a:lnTo>
                    <a:pt x="9260802" y="41554"/>
                  </a:lnTo>
                  <a:lnTo>
                    <a:pt x="9213266" y="59461"/>
                  </a:lnTo>
                  <a:lnTo>
                    <a:pt x="9166987" y="80416"/>
                  </a:lnTo>
                  <a:lnTo>
                    <a:pt x="9122131" y="104355"/>
                  </a:lnTo>
                  <a:lnTo>
                    <a:pt x="9078836" y="131229"/>
                  </a:lnTo>
                  <a:lnTo>
                    <a:pt x="9037256" y="160959"/>
                  </a:lnTo>
                  <a:lnTo>
                    <a:pt x="8997556" y="193497"/>
                  </a:lnTo>
                  <a:lnTo>
                    <a:pt x="8959875" y="228765"/>
                  </a:lnTo>
                  <a:lnTo>
                    <a:pt x="8924607" y="266446"/>
                  </a:lnTo>
                  <a:lnTo>
                    <a:pt x="8892070" y="306146"/>
                  </a:lnTo>
                  <a:lnTo>
                    <a:pt x="8862339" y="347726"/>
                  </a:lnTo>
                  <a:lnTo>
                    <a:pt x="8835466" y="391020"/>
                  </a:lnTo>
                  <a:lnTo>
                    <a:pt x="8811514" y="435876"/>
                  </a:lnTo>
                  <a:lnTo>
                    <a:pt x="8790559" y="482155"/>
                  </a:lnTo>
                  <a:lnTo>
                    <a:pt x="8772652" y="529704"/>
                  </a:lnTo>
                  <a:lnTo>
                    <a:pt x="8757869" y="578358"/>
                  </a:lnTo>
                  <a:lnTo>
                    <a:pt x="8746249" y="627964"/>
                  </a:lnTo>
                  <a:lnTo>
                    <a:pt x="8737879" y="678383"/>
                  </a:lnTo>
                  <a:lnTo>
                    <a:pt x="8732812" y="729462"/>
                  </a:lnTo>
                  <a:lnTo>
                    <a:pt x="8731110" y="781050"/>
                  </a:lnTo>
                  <a:lnTo>
                    <a:pt x="8731110" y="1419301"/>
                  </a:lnTo>
                  <a:lnTo>
                    <a:pt x="8732812" y="1470888"/>
                  </a:lnTo>
                  <a:lnTo>
                    <a:pt x="8737879" y="1521968"/>
                  </a:lnTo>
                  <a:lnTo>
                    <a:pt x="8746249" y="1572387"/>
                  </a:lnTo>
                  <a:lnTo>
                    <a:pt x="8757869" y="1622005"/>
                  </a:lnTo>
                  <a:lnTo>
                    <a:pt x="8772652" y="1670659"/>
                  </a:lnTo>
                  <a:lnTo>
                    <a:pt x="8790559" y="1718195"/>
                  </a:lnTo>
                  <a:lnTo>
                    <a:pt x="8811514" y="1764474"/>
                  </a:lnTo>
                  <a:lnTo>
                    <a:pt x="8835466" y="1809330"/>
                  </a:lnTo>
                  <a:lnTo>
                    <a:pt x="8862339" y="1852625"/>
                  </a:lnTo>
                  <a:lnTo>
                    <a:pt x="8892070" y="1894205"/>
                  </a:lnTo>
                  <a:lnTo>
                    <a:pt x="8924607" y="1933905"/>
                  </a:lnTo>
                  <a:lnTo>
                    <a:pt x="8959875" y="1971586"/>
                  </a:lnTo>
                  <a:lnTo>
                    <a:pt x="8997556" y="2006854"/>
                  </a:lnTo>
                  <a:lnTo>
                    <a:pt x="9037256" y="2039391"/>
                  </a:lnTo>
                  <a:lnTo>
                    <a:pt x="9078836" y="2069122"/>
                  </a:lnTo>
                  <a:lnTo>
                    <a:pt x="9122131" y="2095995"/>
                  </a:lnTo>
                  <a:lnTo>
                    <a:pt x="9166987" y="2119934"/>
                  </a:lnTo>
                  <a:lnTo>
                    <a:pt x="9213266" y="2140889"/>
                  </a:lnTo>
                  <a:lnTo>
                    <a:pt x="9260802" y="2158796"/>
                  </a:lnTo>
                  <a:lnTo>
                    <a:pt x="9309456" y="2173592"/>
                  </a:lnTo>
                  <a:lnTo>
                    <a:pt x="9359074" y="2185200"/>
                  </a:lnTo>
                  <a:lnTo>
                    <a:pt x="9409493" y="2193582"/>
                  </a:lnTo>
                  <a:lnTo>
                    <a:pt x="9460573" y="2198649"/>
                  </a:lnTo>
                  <a:lnTo>
                    <a:pt x="9512160" y="2200351"/>
                  </a:lnTo>
                  <a:lnTo>
                    <a:pt x="15813520" y="2200351"/>
                  </a:lnTo>
                  <a:lnTo>
                    <a:pt x="15865094" y="2198649"/>
                  </a:lnTo>
                  <a:lnTo>
                    <a:pt x="15916174" y="2193582"/>
                  </a:lnTo>
                  <a:lnTo>
                    <a:pt x="15966605" y="2185200"/>
                  </a:lnTo>
                  <a:lnTo>
                    <a:pt x="16016212" y="2173592"/>
                  </a:lnTo>
                  <a:lnTo>
                    <a:pt x="16064865" y="2158796"/>
                  </a:lnTo>
                  <a:lnTo>
                    <a:pt x="16112414" y="2140889"/>
                  </a:lnTo>
                  <a:lnTo>
                    <a:pt x="16158680" y="2119934"/>
                  </a:lnTo>
                  <a:lnTo>
                    <a:pt x="16203549" y="2095995"/>
                  </a:lnTo>
                  <a:lnTo>
                    <a:pt x="16246844" y="2069122"/>
                  </a:lnTo>
                  <a:lnTo>
                    <a:pt x="16288411" y="2039391"/>
                  </a:lnTo>
                  <a:lnTo>
                    <a:pt x="16328124" y="2006854"/>
                  </a:lnTo>
                  <a:lnTo>
                    <a:pt x="16365804" y="1971586"/>
                  </a:lnTo>
                  <a:lnTo>
                    <a:pt x="16401072" y="1933905"/>
                  </a:lnTo>
                  <a:lnTo>
                    <a:pt x="16433610" y="1894205"/>
                  </a:lnTo>
                  <a:lnTo>
                    <a:pt x="16463340" y="1852625"/>
                  </a:lnTo>
                  <a:lnTo>
                    <a:pt x="16490214" y="1809330"/>
                  </a:lnTo>
                  <a:lnTo>
                    <a:pt x="16514153" y="1764474"/>
                  </a:lnTo>
                  <a:lnTo>
                    <a:pt x="16535108" y="1718195"/>
                  </a:lnTo>
                  <a:lnTo>
                    <a:pt x="16553015" y="1670659"/>
                  </a:lnTo>
                  <a:lnTo>
                    <a:pt x="16567798" y="1622005"/>
                  </a:lnTo>
                  <a:lnTo>
                    <a:pt x="16579418" y="1572387"/>
                  </a:lnTo>
                  <a:lnTo>
                    <a:pt x="16587788" y="1521968"/>
                  </a:lnTo>
                  <a:lnTo>
                    <a:pt x="16592855" y="1470888"/>
                  </a:lnTo>
                  <a:lnTo>
                    <a:pt x="16594570" y="1419301"/>
                  </a:lnTo>
                  <a:lnTo>
                    <a:pt x="16594570" y="781050"/>
                  </a:lnTo>
                  <a:close/>
                </a:path>
              </a:pathLst>
            </a:custGeom>
            <a:solidFill>
              <a:srgbClr val="0009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30757" y="2389543"/>
            <a:ext cx="7259320" cy="13157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23315">
              <a:lnSpc>
                <a:spcPct val="100000"/>
              </a:lnSpc>
              <a:spcBef>
                <a:spcPts val="114"/>
              </a:spcBef>
            </a:pPr>
            <a:r>
              <a:rPr dirty="0" sz="2950" spc="785">
                <a:latin typeface="Segoe UI Symbol"/>
                <a:cs typeface="Segoe UI Symbol"/>
              </a:rPr>
              <a:t>🔴</a:t>
            </a:r>
            <a:r>
              <a:rPr dirty="0" sz="2950" spc="350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Suspicious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dirty="0" sz="2600" spc="-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e.g.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  <a:hlinkClick r:id="rId3"/>
              </a:rPr>
              <a:t>support@paypa1-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  <a:hlinkClick r:id="rId3"/>
              </a:rPr>
              <a:t>secure.net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paypal.com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84939" y="2383253"/>
            <a:ext cx="6175375" cy="1323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105"/>
              </a:spcBef>
            </a:pPr>
            <a:r>
              <a:rPr dirty="0" sz="3000" spc="775">
                <a:latin typeface="Segoe UI Symbol"/>
                <a:cs typeface="Segoe UI Symbol"/>
              </a:rPr>
              <a:t>⚠</a:t>
            </a:r>
            <a:r>
              <a:rPr dirty="0" sz="3000" spc="275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Urgent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Threatening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"Your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suspended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hours!"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6340" y="4767329"/>
            <a:ext cx="6323330" cy="388492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6802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latin typeface="Segoe UI Symbol"/>
                <a:cs typeface="Segoe UI Symbol"/>
              </a:rPr>
              <a:t>🔗</a:t>
            </a:r>
            <a:r>
              <a:rPr dirty="0" sz="2950" spc="335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Suspicious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Links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2600">
              <a:latin typeface="Times New Roman"/>
              <a:cs typeface="Times New Roman"/>
            </a:endParaRPr>
          </a:p>
          <a:p>
            <a:pPr marL="2153285" marR="489584" indent="-2141220">
              <a:lnSpc>
                <a:spcPct val="115399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Hover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real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URL</a:t>
            </a:r>
            <a:r>
              <a:rPr dirty="0" sz="2600" spc="-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often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doesn't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match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600">
              <a:latin typeface="Times New Roman"/>
              <a:cs typeface="Times New Roman"/>
            </a:endParaRPr>
          </a:p>
          <a:p>
            <a:pPr marL="645795">
              <a:lnSpc>
                <a:spcPct val="100000"/>
              </a:lnSpc>
            </a:pPr>
            <a:r>
              <a:rPr dirty="0" sz="2900" spc="1145">
                <a:latin typeface="Segoe UI Symbol"/>
                <a:cs typeface="Segoe UI Symbol"/>
              </a:rPr>
              <a:t>✍</a:t>
            </a:r>
            <a:r>
              <a:rPr dirty="0" sz="2900" spc="445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Poor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Grammar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Spelling</a:t>
            </a:r>
            <a:r>
              <a:rPr dirty="0" sz="2600" spc="-10">
                <a:latin typeface="Times New Roman"/>
                <a:cs typeface="Times New Roman"/>
              </a:rPr>
              <a:t>g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6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Typos,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odd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phrasing,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machine-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02452" y="4861919"/>
            <a:ext cx="7378065" cy="424751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130300">
              <a:lnSpc>
                <a:spcPct val="100000"/>
              </a:lnSpc>
              <a:spcBef>
                <a:spcPts val="140"/>
              </a:spcBef>
            </a:pPr>
            <a:r>
              <a:rPr dirty="0" sz="2950" spc="350">
                <a:latin typeface="Segoe UI Symbol"/>
                <a:cs typeface="Segoe UI Symbol"/>
              </a:rPr>
              <a:t>📎</a:t>
            </a:r>
            <a:r>
              <a:rPr dirty="0" sz="2950" spc="450">
                <a:latin typeface="Segoe UI Symbol"/>
                <a:cs typeface="Segoe UI Symbol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Unexpected</a:t>
            </a:r>
            <a:r>
              <a:rPr dirty="0" sz="2600" spc="-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Attachments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L="196215" marR="188595">
              <a:lnSpc>
                <a:spcPct val="115399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.exe,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.zip,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.docm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macros,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password-protected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ZIPs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600">
              <a:latin typeface="Times New Roman"/>
              <a:cs typeface="Times New Roman"/>
            </a:endParaRPr>
          </a:p>
          <a:p>
            <a:pPr marL="1202690">
              <a:lnSpc>
                <a:spcPct val="100000"/>
              </a:lnSpc>
            </a:pPr>
            <a:r>
              <a:rPr dirty="0" sz="2950" spc="380">
                <a:latin typeface="Segoe UI Symbol"/>
                <a:cs typeface="Segoe UI Symbol"/>
              </a:rPr>
              <a:t>🏦</a:t>
            </a:r>
            <a:r>
              <a:rPr dirty="0" sz="2950" spc="345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Infos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Sensitive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5399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Banks,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PayPal,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Google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never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ask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passwords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via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4722" y="643800"/>
            <a:ext cx="8077200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>
                <a:solidFill>
                  <a:srgbClr val="FFFFFF"/>
                </a:solidFill>
                <a:latin typeface="Times New Roman"/>
                <a:cs typeface="Times New Roman"/>
              </a:rPr>
              <a:t>SPOTTING</a:t>
            </a:r>
            <a:r>
              <a:rPr dirty="0" sz="4700" spc="-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700" spc="-85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4700" spc="-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700" spc="-10">
                <a:solidFill>
                  <a:srgbClr val="FFFFFF"/>
                </a:solidFill>
                <a:latin typeface="Times New Roman"/>
                <a:cs typeface="Times New Roman"/>
              </a:rPr>
              <a:t>WEBSITES...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900" y="3224091"/>
            <a:ext cx="143954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latin typeface="Segoe UI Symbol"/>
                <a:cs typeface="Segoe UI Symbol"/>
              </a:rPr>
              <a:t>❌</a:t>
            </a:r>
            <a:r>
              <a:rPr dirty="0" sz="2950" spc="390">
                <a:latin typeface="Segoe UI Symbol"/>
                <a:cs typeface="Segoe UI Symbol"/>
              </a:rPr>
              <a:t> </a:t>
            </a:r>
            <a:r>
              <a:rPr dirty="0" sz="2600" spc="-35">
                <a:latin typeface="Times New Roman"/>
                <a:cs typeface="Times New Roman"/>
              </a:rPr>
              <a:t>FAKE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34435" y="4481207"/>
            <a:ext cx="40640" cy="28575"/>
          </a:xfrm>
          <a:custGeom>
            <a:avLst/>
            <a:gdLst/>
            <a:ahLst/>
            <a:cxnLst/>
            <a:rect l="l" t="t" r="r" b="b"/>
            <a:pathLst>
              <a:path w="40639" h="28575">
                <a:moveTo>
                  <a:pt x="40276" y="28574"/>
                </a:moveTo>
                <a:lnTo>
                  <a:pt x="0" y="28574"/>
                </a:lnTo>
                <a:lnTo>
                  <a:pt x="0" y="0"/>
                </a:lnTo>
                <a:lnTo>
                  <a:pt x="40276" y="0"/>
                </a:lnTo>
                <a:lnTo>
                  <a:pt x="40276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05579" y="4119320"/>
            <a:ext cx="63017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</a:t>
            </a:r>
            <a:r>
              <a:rPr dirty="0" u="heavy" sz="26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tt</a:t>
            </a:r>
            <a:r>
              <a:rPr dirty="0" u="heavy" sz="2600" spc="-6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p</a:t>
            </a:r>
            <a:r>
              <a:rPr dirty="0" u="heavy" sz="26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heavy" sz="2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://</a:t>
            </a:r>
            <a:r>
              <a:rPr dirty="0" u="heavy" sz="2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pa</a:t>
            </a:r>
            <a:r>
              <a:rPr dirty="0" sz="2600" spc="-5">
                <a:latin typeface="Times New Roman"/>
                <a:cs typeface="Times New Roman"/>
                <a:hlinkClick r:id="rId3"/>
              </a:rPr>
              <a:t>y</a:t>
            </a:r>
            <a:r>
              <a:rPr dirty="0" sz="2600" spc="-635">
                <a:latin typeface="Times New Roman"/>
                <a:cs typeface="Times New Roman"/>
                <a:hlinkClick r:id="rId3"/>
              </a:rPr>
              <a:t>p</a:t>
            </a:r>
            <a:r>
              <a:rPr dirty="0" u="heavy" sz="2600" spc="-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heavy" sz="2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a1-secure.lo</a:t>
            </a:r>
            <a:r>
              <a:rPr dirty="0" sz="2600" spc="-10">
                <a:latin typeface="Times New Roman"/>
                <a:cs typeface="Times New Roman"/>
                <a:hlinkClick r:id="rId3"/>
              </a:rPr>
              <a:t>g</a:t>
            </a:r>
            <a:r>
              <a:rPr dirty="0" u="heavy" sz="2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in-verify.com/account</a:t>
            </a:r>
            <a:r>
              <a:rPr dirty="0" u="heavy" sz="26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heavy" sz="26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5281" y="4860885"/>
            <a:ext cx="5467350" cy="18542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5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No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HTTPS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/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padlock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icon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Misspelled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domain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(paypa1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paypal)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Suspicious</a:t>
            </a:r>
            <a:r>
              <a:rPr dirty="0" sz="2600" spc="-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subdomain</a:t>
            </a:r>
            <a:r>
              <a:rPr dirty="0" sz="2600" spc="-9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chain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 spc="-10">
                <a:latin typeface="Times New Roman"/>
                <a:cs typeface="Times New Roman"/>
              </a:rPr>
              <a:t>Non-</a:t>
            </a:r>
            <a:r>
              <a:rPr dirty="0" sz="2600">
                <a:latin typeface="Times New Roman"/>
                <a:cs typeface="Times New Roman"/>
              </a:rPr>
              <a:t>standard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TLD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(.net,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.xyz,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.info)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9147" y="3091957"/>
            <a:ext cx="7696199" cy="4105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86449" y="3224091"/>
            <a:ext cx="146367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80">
                <a:latin typeface="Segoe UI Symbol"/>
                <a:cs typeface="Segoe UI Symbol"/>
              </a:rPr>
              <a:t>✅ </a:t>
            </a:r>
            <a:r>
              <a:rPr dirty="0" sz="2600" spc="-20">
                <a:latin typeface="Times New Roman"/>
                <a:cs typeface="Times New Roman"/>
              </a:rPr>
              <a:t>REAL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6380" y="4119320"/>
            <a:ext cx="414845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Times New Roman"/>
                <a:cs typeface="Times New Roman"/>
                <a:hlinkClick r:id="rId4"/>
              </a:rPr>
              <a:t>https://www.paypal.com/signin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5315" y="4815898"/>
            <a:ext cx="5375910" cy="18542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5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HTTPS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+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padlock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(valid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certificate)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Exact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domain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match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Clean,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minimal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URL</a:t>
            </a:r>
            <a:r>
              <a:rPr dirty="0" sz="2600" spc="-15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path</a:t>
            </a:r>
            <a:endParaRPr sz="26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480"/>
              </a:spcBef>
              <a:buChar char="•"/>
              <a:tabLst>
                <a:tab pos="210185" algn="l"/>
              </a:tabLst>
            </a:pPr>
            <a:r>
              <a:rPr dirty="0" sz="2600">
                <a:latin typeface="Times New Roman"/>
                <a:cs typeface="Times New Roman"/>
              </a:rPr>
              <a:t>Known,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trusted</a:t>
            </a:r>
            <a:r>
              <a:rPr dirty="0" sz="2600" spc="-10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TLD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(.com,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.gov,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.edu)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8293" y="7462411"/>
            <a:ext cx="3138805" cy="2271395"/>
          </a:xfrm>
          <a:custGeom>
            <a:avLst/>
            <a:gdLst/>
            <a:ahLst/>
            <a:cxnLst/>
            <a:rect l="l" t="t" r="r" b="b"/>
            <a:pathLst>
              <a:path w="3138804" h="2271395">
                <a:moveTo>
                  <a:pt x="2671514" y="2271079"/>
                </a:moveTo>
                <a:lnTo>
                  <a:pt x="466724" y="2271079"/>
                </a:lnTo>
                <a:lnTo>
                  <a:pt x="419005" y="2268669"/>
                </a:lnTo>
                <a:lnTo>
                  <a:pt x="372663" y="2261596"/>
                </a:lnTo>
                <a:lnTo>
                  <a:pt x="327935" y="2250096"/>
                </a:lnTo>
                <a:lnTo>
                  <a:pt x="285054" y="2234401"/>
                </a:lnTo>
                <a:lnTo>
                  <a:pt x="244256" y="2214748"/>
                </a:lnTo>
                <a:lnTo>
                  <a:pt x="205774" y="2191370"/>
                </a:lnTo>
                <a:lnTo>
                  <a:pt x="169844" y="2164502"/>
                </a:lnTo>
                <a:lnTo>
                  <a:pt x="136700" y="2134378"/>
                </a:lnTo>
                <a:lnTo>
                  <a:pt x="106577" y="2101234"/>
                </a:lnTo>
                <a:lnTo>
                  <a:pt x="79709" y="2065304"/>
                </a:lnTo>
                <a:lnTo>
                  <a:pt x="56331" y="2026823"/>
                </a:lnTo>
                <a:lnTo>
                  <a:pt x="36677" y="1986024"/>
                </a:lnTo>
                <a:lnTo>
                  <a:pt x="20983" y="1943144"/>
                </a:lnTo>
                <a:lnTo>
                  <a:pt x="9482" y="1898415"/>
                </a:lnTo>
                <a:lnTo>
                  <a:pt x="2409" y="1852074"/>
                </a:lnTo>
                <a:lnTo>
                  <a:pt x="0" y="1804354"/>
                </a:lnTo>
                <a:lnTo>
                  <a:pt x="0" y="466724"/>
                </a:lnTo>
                <a:lnTo>
                  <a:pt x="2409" y="419005"/>
                </a:lnTo>
                <a:lnTo>
                  <a:pt x="9482" y="372663"/>
                </a:lnTo>
                <a:lnTo>
                  <a:pt x="20983" y="327935"/>
                </a:lnTo>
                <a:lnTo>
                  <a:pt x="36677" y="285054"/>
                </a:lnTo>
                <a:lnTo>
                  <a:pt x="56331" y="244256"/>
                </a:lnTo>
                <a:lnTo>
                  <a:pt x="79709" y="205774"/>
                </a:lnTo>
                <a:lnTo>
                  <a:pt x="106577" y="169844"/>
                </a:lnTo>
                <a:lnTo>
                  <a:pt x="136700" y="136700"/>
                </a:lnTo>
                <a:lnTo>
                  <a:pt x="169844" y="106577"/>
                </a:lnTo>
                <a:lnTo>
                  <a:pt x="205774" y="79709"/>
                </a:lnTo>
                <a:lnTo>
                  <a:pt x="244256" y="56331"/>
                </a:lnTo>
                <a:lnTo>
                  <a:pt x="285054" y="36677"/>
                </a:lnTo>
                <a:lnTo>
                  <a:pt x="327935" y="20983"/>
                </a:lnTo>
                <a:lnTo>
                  <a:pt x="372663" y="9482"/>
                </a:lnTo>
                <a:lnTo>
                  <a:pt x="419005" y="2409"/>
                </a:lnTo>
                <a:lnTo>
                  <a:pt x="466724" y="0"/>
                </a:lnTo>
                <a:lnTo>
                  <a:pt x="2671514" y="0"/>
                </a:lnTo>
                <a:lnTo>
                  <a:pt x="2719234" y="2409"/>
                </a:lnTo>
                <a:lnTo>
                  <a:pt x="2765575" y="9482"/>
                </a:lnTo>
                <a:lnTo>
                  <a:pt x="2810304" y="20983"/>
                </a:lnTo>
                <a:lnTo>
                  <a:pt x="2853185" y="36677"/>
                </a:lnTo>
                <a:lnTo>
                  <a:pt x="2893983" y="56331"/>
                </a:lnTo>
                <a:lnTo>
                  <a:pt x="2932465" y="79709"/>
                </a:lnTo>
                <a:lnTo>
                  <a:pt x="2968395" y="106577"/>
                </a:lnTo>
                <a:lnTo>
                  <a:pt x="3001539" y="136700"/>
                </a:lnTo>
                <a:lnTo>
                  <a:pt x="3031662" y="169844"/>
                </a:lnTo>
                <a:lnTo>
                  <a:pt x="3058530" y="205774"/>
                </a:lnTo>
                <a:lnTo>
                  <a:pt x="3081908" y="244256"/>
                </a:lnTo>
                <a:lnTo>
                  <a:pt x="3101562" y="285054"/>
                </a:lnTo>
                <a:lnTo>
                  <a:pt x="3117256" y="327935"/>
                </a:lnTo>
                <a:lnTo>
                  <a:pt x="3128757" y="372663"/>
                </a:lnTo>
                <a:lnTo>
                  <a:pt x="3135829" y="419005"/>
                </a:lnTo>
                <a:lnTo>
                  <a:pt x="3138239" y="466724"/>
                </a:lnTo>
                <a:lnTo>
                  <a:pt x="3138239" y="1804354"/>
                </a:lnTo>
                <a:lnTo>
                  <a:pt x="3135829" y="1852074"/>
                </a:lnTo>
                <a:lnTo>
                  <a:pt x="3128757" y="1898415"/>
                </a:lnTo>
                <a:lnTo>
                  <a:pt x="3117256" y="1943144"/>
                </a:lnTo>
                <a:lnTo>
                  <a:pt x="3101562" y="1986024"/>
                </a:lnTo>
                <a:lnTo>
                  <a:pt x="3081908" y="2026823"/>
                </a:lnTo>
                <a:lnTo>
                  <a:pt x="3058530" y="2065304"/>
                </a:lnTo>
                <a:lnTo>
                  <a:pt x="3031662" y="2101234"/>
                </a:lnTo>
                <a:lnTo>
                  <a:pt x="3001539" y="2134378"/>
                </a:lnTo>
                <a:lnTo>
                  <a:pt x="2968395" y="2164502"/>
                </a:lnTo>
                <a:lnTo>
                  <a:pt x="2932465" y="2191370"/>
                </a:lnTo>
                <a:lnTo>
                  <a:pt x="2893983" y="2214748"/>
                </a:lnTo>
                <a:lnTo>
                  <a:pt x="2853185" y="2234401"/>
                </a:lnTo>
                <a:lnTo>
                  <a:pt x="2810304" y="2250096"/>
                </a:lnTo>
                <a:lnTo>
                  <a:pt x="2765575" y="2261596"/>
                </a:lnTo>
                <a:lnTo>
                  <a:pt x="2719234" y="2268669"/>
                </a:lnTo>
                <a:lnTo>
                  <a:pt x="2671514" y="227107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36448" y="7541269"/>
            <a:ext cx="2162175" cy="15227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83185">
              <a:lnSpc>
                <a:spcPts val="5040"/>
              </a:lnSpc>
              <a:spcBef>
                <a:spcPts val="130"/>
              </a:spcBef>
            </a:pPr>
            <a:r>
              <a:rPr dirty="0" sz="4200" spc="-50">
                <a:latin typeface="Segoe UI Symbol"/>
                <a:cs typeface="Segoe UI Symbol"/>
              </a:rPr>
              <a:t>🔒</a:t>
            </a:r>
            <a:endParaRPr sz="4200">
              <a:latin typeface="Segoe UI Symbol"/>
              <a:cs typeface="Segoe UI Symbol"/>
            </a:endParaRPr>
          </a:p>
          <a:p>
            <a:pPr algn="ctr">
              <a:lnSpc>
                <a:spcPts val="3120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check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HTTPS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padlock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53357" y="7462411"/>
            <a:ext cx="3138805" cy="2271395"/>
          </a:xfrm>
          <a:custGeom>
            <a:avLst/>
            <a:gdLst/>
            <a:ahLst/>
            <a:cxnLst/>
            <a:rect l="l" t="t" r="r" b="b"/>
            <a:pathLst>
              <a:path w="3138804" h="2271395">
                <a:moveTo>
                  <a:pt x="2671514" y="2271079"/>
                </a:moveTo>
                <a:lnTo>
                  <a:pt x="466724" y="2271079"/>
                </a:lnTo>
                <a:lnTo>
                  <a:pt x="419005" y="2268669"/>
                </a:lnTo>
                <a:lnTo>
                  <a:pt x="372663" y="2261596"/>
                </a:lnTo>
                <a:lnTo>
                  <a:pt x="327935" y="2250096"/>
                </a:lnTo>
                <a:lnTo>
                  <a:pt x="285054" y="2234401"/>
                </a:lnTo>
                <a:lnTo>
                  <a:pt x="244256" y="2214748"/>
                </a:lnTo>
                <a:lnTo>
                  <a:pt x="205774" y="2191370"/>
                </a:lnTo>
                <a:lnTo>
                  <a:pt x="169844" y="2164502"/>
                </a:lnTo>
                <a:lnTo>
                  <a:pt x="136700" y="2134378"/>
                </a:lnTo>
                <a:lnTo>
                  <a:pt x="106577" y="2101234"/>
                </a:lnTo>
                <a:lnTo>
                  <a:pt x="79709" y="2065304"/>
                </a:lnTo>
                <a:lnTo>
                  <a:pt x="56331" y="2026823"/>
                </a:lnTo>
                <a:lnTo>
                  <a:pt x="36677" y="1986024"/>
                </a:lnTo>
                <a:lnTo>
                  <a:pt x="20983" y="1943144"/>
                </a:lnTo>
                <a:lnTo>
                  <a:pt x="9482" y="1898415"/>
                </a:lnTo>
                <a:lnTo>
                  <a:pt x="2409" y="1852074"/>
                </a:lnTo>
                <a:lnTo>
                  <a:pt x="0" y="1804354"/>
                </a:lnTo>
                <a:lnTo>
                  <a:pt x="0" y="466724"/>
                </a:lnTo>
                <a:lnTo>
                  <a:pt x="2409" y="419005"/>
                </a:lnTo>
                <a:lnTo>
                  <a:pt x="9482" y="372663"/>
                </a:lnTo>
                <a:lnTo>
                  <a:pt x="20983" y="327935"/>
                </a:lnTo>
                <a:lnTo>
                  <a:pt x="36677" y="285054"/>
                </a:lnTo>
                <a:lnTo>
                  <a:pt x="56331" y="244256"/>
                </a:lnTo>
                <a:lnTo>
                  <a:pt x="79709" y="205774"/>
                </a:lnTo>
                <a:lnTo>
                  <a:pt x="106577" y="169844"/>
                </a:lnTo>
                <a:lnTo>
                  <a:pt x="136700" y="136700"/>
                </a:lnTo>
                <a:lnTo>
                  <a:pt x="169844" y="106577"/>
                </a:lnTo>
                <a:lnTo>
                  <a:pt x="205774" y="79709"/>
                </a:lnTo>
                <a:lnTo>
                  <a:pt x="244256" y="56331"/>
                </a:lnTo>
                <a:lnTo>
                  <a:pt x="285054" y="36677"/>
                </a:lnTo>
                <a:lnTo>
                  <a:pt x="327935" y="20983"/>
                </a:lnTo>
                <a:lnTo>
                  <a:pt x="372663" y="9482"/>
                </a:lnTo>
                <a:lnTo>
                  <a:pt x="419005" y="2409"/>
                </a:lnTo>
                <a:lnTo>
                  <a:pt x="466724" y="0"/>
                </a:lnTo>
                <a:lnTo>
                  <a:pt x="2671514" y="0"/>
                </a:lnTo>
                <a:lnTo>
                  <a:pt x="2719234" y="2409"/>
                </a:lnTo>
                <a:lnTo>
                  <a:pt x="2765576" y="9482"/>
                </a:lnTo>
                <a:lnTo>
                  <a:pt x="2810304" y="20983"/>
                </a:lnTo>
                <a:lnTo>
                  <a:pt x="2853185" y="36677"/>
                </a:lnTo>
                <a:lnTo>
                  <a:pt x="2893983" y="56331"/>
                </a:lnTo>
                <a:lnTo>
                  <a:pt x="2932465" y="79709"/>
                </a:lnTo>
                <a:lnTo>
                  <a:pt x="2968395" y="106577"/>
                </a:lnTo>
                <a:lnTo>
                  <a:pt x="3001539" y="136700"/>
                </a:lnTo>
                <a:lnTo>
                  <a:pt x="3031662" y="169844"/>
                </a:lnTo>
                <a:lnTo>
                  <a:pt x="3058530" y="205774"/>
                </a:lnTo>
                <a:lnTo>
                  <a:pt x="3081908" y="244256"/>
                </a:lnTo>
                <a:lnTo>
                  <a:pt x="3101562" y="285054"/>
                </a:lnTo>
                <a:lnTo>
                  <a:pt x="3117256" y="327935"/>
                </a:lnTo>
                <a:lnTo>
                  <a:pt x="3128757" y="372663"/>
                </a:lnTo>
                <a:lnTo>
                  <a:pt x="3135830" y="419005"/>
                </a:lnTo>
                <a:lnTo>
                  <a:pt x="3138239" y="466724"/>
                </a:lnTo>
                <a:lnTo>
                  <a:pt x="3138239" y="1804354"/>
                </a:lnTo>
                <a:lnTo>
                  <a:pt x="3135830" y="1852074"/>
                </a:lnTo>
                <a:lnTo>
                  <a:pt x="3128757" y="1898415"/>
                </a:lnTo>
                <a:lnTo>
                  <a:pt x="3117256" y="1943144"/>
                </a:lnTo>
                <a:lnTo>
                  <a:pt x="3101562" y="1986024"/>
                </a:lnTo>
                <a:lnTo>
                  <a:pt x="3081908" y="2026823"/>
                </a:lnTo>
                <a:lnTo>
                  <a:pt x="3058530" y="2065304"/>
                </a:lnTo>
                <a:lnTo>
                  <a:pt x="3031662" y="2101234"/>
                </a:lnTo>
                <a:lnTo>
                  <a:pt x="3001539" y="2134378"/>
                </a:lnTo>
                <a:lnTo>
                  <a:pt x="2968395" y="2164502"/>
                </a:lnTo>
                <a:lnTo>
                  <a:pt x="2932465" y="2191370"/>
                </a:lnTo>
                <a:lnTo>
                  <a:pt x="2893983" y="2214748"/>
                </a:lnTo>
                <a:lnTo>
                  <a:pt x="2853185" y="2234401"/>
                </a:lnTo>
                <a:lnTo>
                  <a:pt x="2810304" y="2250096"/>
                </a:lnTo>
                <a:lnTo>
                  <a:pt x="2765576" y="2261596"/>
                </a:lnTo>
                <a:lnTo>
                  <a:pt x="2719234" y="2268669"/>
                </a:lnTo>
                <a:lnTo>
                  <a:pt x="2671514" y="227107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34272" y="7517606"/>
            <a:ext cx="2701925" cy="15462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06045">
              <a:lnSpc>
                <a:spcPts val="5260"/>
              </a:lnSpc>
              <a:spcBef>
                <a:spcPts val="114"/>
              </a:spcBef>
            </a:pPr>
            <a:r>
              <a:rPr dirty="0" sz="4400" spc="520">
                <a:latin typeface="Segoe UI Symbol"/>
                <a:cs typeface="Segoe UI Symbol"/>
              </a:rPr>
              <a:t>🔍</a:t>
            </a:r>
            <a:endParaRPr sz="4400">
              <a:latin typeface="Segoe UI Symbol"/>
              <a:cs typeface="Segoe UI Symbol"/>
            </a:endParaRPr>
          </a:p>
          <a:p>
            <a:pPr algn="ctr">
              <a:lnSpc>
                <a:spcPts val="3100"/>
              </a:lnSpc>
            </a:pP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Verify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exact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domain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spelling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89338" y="7462411"/>
            <a:ext cx="3138805" cy="2271395"/>
          </a:xfrm>
          <a:custGeom>
            <a:avLst/>
            <a:gdLst/>
            <a:ahLst/>
            <a:cxnLst/>
            <a:rect l="l" t="t" r="r" b="b"/>
            <a:pathLst>
              <a:path w="3138805" h="2271395">
                <a:moveTo>
                  <a:pt x="2671513" y="2271079"/>
                </a:moveTo>
                <a:lnTo>
                  <a:pt x="466724" y="2271079"/>
                </a:lnTo>
                <a:lnTo>
                  <a:pt x="419005" y="2268669"/>
                </a:lnTo>
                <a:lnTo>
                  <a:pt x="372663" y="2261596"/>
                </a:lnTo>
                <a:lnTo>
                  <a:pt x="327935" y="2250096"/>
                </a:lnTo>
                <a:lnTo>
                  <a:pt x="285054" y="2234401"/>
                </a:lnTo>
                <a:lnTo>
                  <a:pt x="244256" y="2214748"/>
                </a:lnTo>
                <a:lnTo>
                  <a:pt x="205774" y="2191370"/>
                </a:lnTo>
                <a:lnTo>
                  <a:pt x="169844" y="2164502"/>
                </a:lnTo>
                <a:lnTo>
                  <a:pt x="136700" y="2134378"/>
                </a:lnTo>
                <a:lnTo>
                  <a:pt x="106577" y="2101234"/>
                </a:lnTo>
                <a:lnTo>
                  <a:pt x="79709" y="2065304"/>
                </a:lnTo>
                <a:lnTo>
                  <a:pt x="56331" y="2026823"/>
                </a:lnTo>
                <a:lnTo>
                  <a:pt x="36677" y="1986024"/>
                </a:lnTo>
                <a:lnTo>
                  <a:pt x="20983" y="1943144"/>
                </a:lnTo>
                <a:lnTo>
                  <a:pt x="9482" y="1898415"/>
                </a:lnTo>
                <a:lnTo>
                  <a:pt x="2409" y="1852074"/>
                </a:lnTo>
                <a:lnTo>
                  <a:pt x="0" y="1804354"/>
                </a:lnTo>
                <a:lnTo>
                  <a:pt x="0" y="466724"/>
                </a:lnTo>
                <a:lnTo>
                  <a:pt x="2409" y="419005"/>
                </a:lnTo>
                <a:lnTo>
                  <a:pt x="9482" y="372663"/>
                </a:lnTo>
                <a:lnTo>
                  <a:pt x="20983" y="327935"/>
                </a:lnTo>
                <a:lnTo>
                  <a:pt x="36677" y="285054"/>
                </a:lnTo>
                <a:lnTo>
                  <a:pt x="56331" y="244256"/>
                </a:lnTo>
                <a:lnTo>
                  <a:pt x="79709" y="205774"/>
                </a:lnTo>
                <a:lnTo>
                  <a:pt x="106577" y="169844"/>
                </a:lnTo>
                <a:lnTo>
                  <a:pt x="136700" y="136700"/>
                </a:lnTo>
                <a:lnTo>
                  <a:pt x="169844" y="106577"/>
                </a:lnTo>
                <a:lnTo>
                  <a:pt x="205774" y="79709"/>
                </a:lnTo>
                <a:lnTo>
                  <a:pt x="244256" y="56331"/>
                </a:lnTo>
                <a:lnTo>
                  <a:pt x="285054" y="36677"/>
                </a:lnTo>
                <a:lnTo>
                  <a:pt x="327935" y="20983"/>
                </a:lnTo>
                <a:lnTo>
                  <a:pt x="372663" y="9482"/>
                </a:lnTo>
                <a:lnTo>
                  <a:pt x="419005" y="2409"/>
                </a:lnTo>
                <a:lnTo>
                  <a:pt x="466724" y="0"/>
                </a:lnTo>
                <a:lnTo>
                  <a:pt x="2671513" y="0"/>
                </a:lnTo>
                <a:lnTo>
                  <a:pt x="2719233" y="2409"/>
                </a:lnTo>
                <a:lnTo>
                  <a:pt x="2765575" y="9482"/>
                </a:lnTo>
                <a:lnTo>
                  <a:pt x="2810303" y="20983"/>
                </a:lnTo>
                <a:lnTo>
                  <a:pt x="2853184" y="36677"/>
                </a:lnTo>
                <a:lnTo>
                  <a:pt x="2893983" y="56331"/>
                </a:lnTo>
                <a:lnTo>
                  <a:pt x="2932464" y="79709"/>
                </a:lnTo>
                <a:lnTo>
                  <a:pt x="2968394" y="106577"/>
                </a:lnTo>
                <a:lnTo>
                  <a:pt x="3001538" y="136700"/>
                </a:lnTo>
                <a:lnTo>
                  <a:pt x="3031661" y="169844"/>
                </a:lnTo>
                <a:lnTo>
                  <a:pt x="3058529" y="205774"/>
                </a:lnTo>
                <a:lnTo>
                  <a:pt x="3081907" y="244256"/>
                </a:lnTo>
                <a:lnTo>
                  <a:pt x="3101561" y="285054"/>
                </a:lnTo>
                <a:lnTo>
                  <a:pt x="3117255" y="327935"/>
                </a:lnTo>
                <a:lnTo>
                  <a:pt x="3128756" y="372663"/>
                </a:lnTo>
                <a:lnTo>
                  <a:pt x="3135829" y="419005"/>
                </a:lnTo>
                <a:lnTo>
                  <a:pt x="3138238" y="466724"/>
                </a:lnTo>
                <a:lnTo>
                  <a:pt x="3138238" y="1804354"/>
                </a:lnTo>
                <a:lnTo>
                  <a:pt x="3135829" y="1852074"/>
                </a:lnTo>
                <a:lnTo>
                  <a:pt x="3128756" y="1898415"/>
                </a:lnTo>
                <a:lnTo>
                  <a:pt x="3117255" y="1943144"/>
                </a:lnTo>
                <a:lnTo>
                  <a:pt x="3101561" y="1986024"/>
                </a:lnTo>
                <a:lnTo>
                  <a:pt x="3081907" y="2026823"/>
                </a:lnTo>
                <a:lnTo>
                  <a:pt x="3058529" y="2065304"/>
                </a:lnTo>
                <a:lnTo>
                  <a:pt x="3031661" y="2101234"/>
                </a:lnTo>
                <a:lnTo>
                  <a:pt x="3001538" y="2134378"/>
                </a:lnTo>
                <a:lnTo>
                  <a:pt x="2968394" y="2164502"/>
                </a:lnTo>
                <a:lnTo>
                  <a:pt x="2932464" y="2191370"/>
                </a:lnTo>
                <a:lnTo>
                  <a:pt x="2893983" y="2214748"/>
                </a:lnTo>
                <a:lnTo>
                  <a:pt x="2853184" y="2234401"/>
                </a:lnTo>
                <a:lnTo>
                  <a:pt x="2810303" y="2250096"/>
                </a:lnTo>
                <a:lnTo>
                  <a:pt x="2765575" y="2261596"/>
                </a:lnTo>
                <a:lnTo>
                  <a:pt x="2719233" y="2268669"/>
                </a:lnTo>
                <a:lnTo>
                  <a:pt x="2671513" y="227107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444445" y="7263267"/>
            <a:ext cx="2175510" cy="180086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algn="ctr" marL="41275">
              <a:lnSpc>
                <a:spcPct val="100000"/>
              </a:lnSpc>
              <a:spcBef>
                <a:spcPts val="885"/>
              </a:spcBef>
            </a:pPr>
            <a:r>
              <a:rPr dirty="0" sz="5050" spc="-50">
                <a:latin typeface="Segoe UI Symbol"/>
                <a:cs typeface="Segoe UI Symbol"/>
              </a:rPr>
              <a:t>📋</a:t>
            </a:r>
            <a:endParaRPr sz="5050">
              <a:latin typeface="Segoe UI Symbol"/>
              <a:cs typeface="Segoe UI Symbol"/>
            </a:endParaRPr>
          </a:p>
          <a:p>
            <a:pPr algn="ctr" marL="12700" marR="5080">
              <a:lnSpc>
                <a:spcPts val="3600"/>
              </a:lnSpc>
              <a:spcBef>
                <a:spcPts val="30"/>
              </a:spcBef>
            </a:pP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dirty="0" sz="2600" spc="-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URLs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directly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don't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395839" y="7462411"/>
            <a:ext cx="3138805" cy="2271395"/>
          </a:xfrm>
          <a:custGeom>
            <a:avLst/>
            <a:gdLst/>
            <a:ahLst/>
            <a:cxnLst/>
            <a:rect l="l" t="t" r="r" b="b"/>
            <a:pathLst>
              <a:path w="3138805" h="2271395">
                <a:moveTo>
                  <a:pt x="2671514" y="2271079"/>
                </a:moveTo>
                <a:lnTo>
                  <a:pt x="466724" y="2271079"/>
                </a:lnTo>
                <a:lnTo>
                  <a:pt x="419005" y="2268669"/>
                </a:lnTo>
                <a:lnTo>
                  <a:pt x="372663" y="2261596"/>
                </a:lnTo>
                <a:lnTo>
                  <a:pt x="327935" y="2250096"/>
                </a:lnTo>
                <a:lnTo>
                  <a:pt x="285054" y="2234401"/>
                </a:lnTo>
                <a:lnTo>
                  <a:pt x="244256" y="2214748"/>
                </a:lnTo>
                <a:lnTo>
                  <a:pt x="205775" y="2191370"/>
                </a:lnTo>
                <a:lnTo>
                  <a:pt x="169844" y="2164502"/>
                </a:lnTo>
                <a:lnTo>
                  <a:pt x="136700" y="2134378"/>
                </a:lnTo>
                <a:lnTo>
                  <a:pt x="106577" y="2101234"/>
                </a:lnTo>
                <a:lnTo>
                  <a:pt x="79709" y="2065304"/>
                </a:lnTo>
                <a:lnTo>
                  <a:pt x="56331" y="2026823"/>
                </a:lnTo>
                <a:lnTo>
                  <a:pt x="36677" y="1986024"/>
                </a:lnTo>
                <a:lnTo>
                  <a:pt x="20983" y="1943144"/>
                </a:lnTo>
                <a:lnTo>
                  <a:pt x="9482" y="1898415"/>
                </a:lnTo>
                <a:lnTo>
                  <a:pt x="2409" y="1852074"/>
                </a:lnTo>
                <a:lnTo>
                  <a:pt x="0" y="1804354"/>
                </a:lnTo>
                <a:lnTo>
                  <a:pt x="0" y="466724"/>
                </a:lnTo>
                <a:lnTo>
                  <a:pt x="2409" y="419005"/>
                </a:lnTo>
                <a:lnTo>
                  <a:pt x="9482" y="372663"/>
                </a:lnTo>
                <a:lnTo>
                  <a:pt x="20983" y="327935"/>
                </a:lnTo>
                <a:lnTo>
                  <a:pt x="36677" y="285054"/>
                </a:lnTo>
                <a:lnTo>
                  <a:pt x="56331" y="244256"/>
                </a:lnTo>
                <a:lnTo>
                  <a:pt x="79709" y="205774"/>
                </a:lnTo>
                <a:lnTo>
                  <a:pt x="106577" y="169844"/>
                </a:lnTo>
                <a:lnTo>
                  <a:pt x="136700" y="136700"/>
                </a:lnTo>
                <a:lnTo>
                  <a:pt x="169844" y="106577"/>
                </a:lnTo>
                <a:lnTo>
                  <a:pt x="205775" y="79709"/>
                </a:lnTo>
                <a:lnTo>
                  <a:pt x="244256" y="56331"/>
                </a:lnTo>
                <a:lnTo>
                  <a:pt x="285054" y="36677"/>
                </a:lnTo>
                <a:lnTo>
                  <a:pt x="327935" y="20983"/>
                </a:lnTo>
                <a:lnTo>
                  <a:pt x="372663" y="9482"/>
                </a:lnTo>
                <a:lnTo>
                  <a:pt x="419005" y="2409"/>
                </a:lnTo>
                <a:lnTo>
                  <a:pt x="466724" y="0"/>
                </a:lnTo>
                <a:lnTo>
                  <a:pt x="2671514" y="0"/>
                </a:lnTo>
                <a:lnTo>
                  <a:pt x="2719234" y="2409"/>
                </a:lnTo>
                <a:lnTo>
                  <a:pt x="2765575" y="9482"/>
                </a:lnTo>
                <a:lnTo>
                  <a:pt x="2810304" y="20983"/>
                </a:lnTo>
                <a:lnTo>
                  <a:pt x="2853184" y="36677"/>
                </a:lnTo>
                <a:lnTo>
                  <a:pt x="2893983" y="56331"/>
                </a:lnTo>
                <a:lnTo>
                  <a:pt x="2932464" y="79709"/>
                </a:lnTo>
                <a:lnTo>
                  <a:pt x="2968394" y="106577"/>
                </a:lnTo>
                <a:lnTo>
                  <a:pt x="3001538" y="136700"/>
                </a:lnTo>
                <a:lnTo>
                  <a:pt x="3031661" y="169844"/>
                </a:lnTo>
                <a:lnTo>
                  <a:pt x="3058529" y="205774"/>
                </a:lnTo>
                <a:lnTo>
                  <a:pt x="3081908" y="244256"/>
                </a:lnTo>
                <a:lnTo>
                  <a:pt x="3101561" y="285054"/>
                </a:lnTo>
                <a:lnTo>
                  <a:pt x="3117256" y="327935"/>
                </a:lnTo>
                <a:lnTo>
                  <a:pt x="3128756" y="372663"/>
                </a:lnTo>
                <a:lnTo>
                  <a:pt x="3135829" y="419005"/>
                </a:lnTo>
                <a:lnTo>
                  <a:pt x="3138239" y="466724"/>
                </a:lnTo>
                <a:lnTo>
                  <a:pt x="3138239" y="1804354"/>
                </a:lnTo>
                <a:lnTo>
                  <a:pt x="3135829" y="1852074"/>
                </a:lnTo>
                <a:lnTo>
                  <a:pt x="3128756" y="1898415"/>
                </a:lnTo>
                <a:lnTo>
                  <a:pt x="3117256" y="1943144"/>
                </a:lnTo>
                <a:lnTo>
                  <a:pt x="3101561" y="1986024"/>
                </a:lnTo>
                <a:lnTo>
                  <a:pt x="3081908" y="2026823"/>
                </a:lnTo>
                <a:lnTo>
                  <a:pt x="3058529" y="2065304"/>
                </a:lnTo>
                <a:lnTo>
                  <a:pt x="3031661" y="2101234"/>
                </a:lnTo>
                <a:lnTo>
                  <a:pt x="3001538" y="2134378"/>
                </a:lnTo>
                <a:lnTo>
                  <a:pt x="2968394" y="2164502"/>
                </a:lnTo>
                <a:lnTo>
                  <a:pt x="2932464" y="2191370"/>
                </a:lnTo>
                <a:lnTo>
                  <a:pt x="2893983" y="2214748"/>
                </a:lnTo>
                <a:lnTo>
                  <a:pt x="2853184" y="2234401"/>
                </a:lnTo>
                <a:lnTo>
                  <a:pt x="2810304" y="2250096"/>
                </a:lnTo>
                <a:lnTo>
                  <a:pt x="2765575" y="2261596"/>
                </a:lnTo>
                <a:lnTo>
                  <a:pt x="2719234" y="2268669"/>
                </a:lnTo>
                <a:lnTo>
                  <a:pt x="2671514" y="2271079"/>
                </a:lnTo>
                <a:close/>
              </a:path>
            </a:pathLst>
          </a:custGeom>
          <a:solidFill>
            <a:srgbClr val="000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704952" y="7247559"/>
            <a:ext cx="2638425" cy="18167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19785">
              <a:lnSpc>
                <a:spcPts val="7495"/>
              </a:lnSpc>
              <a:spcBef>
                <a:spcPts val="110"/>
              </a:spcBef>
            </a:pPr>
            <a:r>
              <a:rPr dirty="0" sz="6350">
                <a:solidFill>
                  <a:srgbClr val="FFFFFF"/>
                </a:solidFill>
                <a:latin typeface="Segoe UI Symbol"/>
                <a:cs typeface="Segoe UI Symbol"/>
              </a:rPr>
              <a:t>🛡</a:t>
            </a:r>
            <a:endParaRPr sz="6350">
              <a:latin typeface="Segoe UI Symbol"/>
              <a:cs typeface="Segoe UI Symbol"/>
            </a:endParaRPr>
          </a:p>
          <a:p>
            <a:pPr algn="ctr">
              <a:lnSpc>
                <a:spcPts val="2995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Password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managers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won't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fill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fakes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8209" y="163231"/>
            <a:ext cx="1190624" cy="1247774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344" rIns="0" bIns="0" rtlCol="0" vert="horz">
            <a:spAutoFit/>
          </a:bodyPr>
          <a:lstStyle/>
          <a:p>
            <a:pPr marL="456565">
              <a:lnSpc>
                <a:spcPct val="100000"/>
              </a:lnSpc>
              <a:spcBef>
                <a:spcPts val="100"/>
              </a:spcBef>
            </a:pPr>
            <a:r>
              <a:rPr dirty="0" sz="4700" spc="-10"/>
              <a:t>SOCIAL</a:t>
            </a:r>
            <a:r>
              <a:rPr dirty="0" sz="4700" spc="-280"/>
              <a:t> </a:t>
            </a:r>
            <a:r>
              <a:rPr dirty="0" sz="4700" spc="-20"/>
              <a:t>ENGINEERING</a:t>
            </a:r>
            <a:r>
              <a:rPr dirty="0" sz="4700" spc="-200"/>
              <a:t> </a:t>
            </a:r>
            <a:r>
              <a:rPr dirty="0" sz="4700" spc="-10"/>
              <a:t>TACTICS...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1688948"/>
            <a:ext cx="18278475" cy="8223884"/>
          </a:xfrm>
          <a:custGeom>
            <a:avLst/>
            <a:gdLst/>
            <a:ahLst/>
            <a:cxnLst/>
            <a:rect l="l" t="t" r="r" b="b"/>
            <a:pathLst>
              <a:path w="18278475" h="8223884">
                <a:moveTo>
                  <a:pt x="18278445" y="8223694"/>
                </a:moveTo>
                <a:lnTo>
                  <a:pt x="0" y="8223694"/>
                </a:lnTo>
                <a:lnTo>
                  <a:pt x="0" y="0"/>
                </a:lnTo>
                <a:lnTo>
                  <a:pt x="18278445" y="0"/>
                </a:lnTo>
                <a:lnTo>
                  <a:pt x="18278445" y="8223694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839745"/>
            <a:ext cx="1523999" cy="15144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801611" y="2063703"/>
            <a:ext cx="7324090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85415" marR="5080" indent="-2673350">
              <a:lnSpc>
                <a:spcPct val="114599"/>
              </a:lnSpc>
              <a:spcBef>
                <a:spcPts val="100"/>
              </a:spcBef>
            </a:pP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Attackers</a:t>
            </a:r>
            <a:r>
              <a:rPr dirty="0" sz="30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exploit</a:t>
            </a:r>
            <a:r>
              <a:rPr dirty="0" sz="30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human</a:t>
            </a:r>
            <a:r>
              <a:rPr dirty="0" sz="30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psychology</a:t>
            </a:r>
            <a:r>
              <a:rPr dirty="0" sz="30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—</a:t>
            </a:r>
            <a:r>
              <a:rPr dirty="0" sz="30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3131"/>
                </a:solidFill>
                <a:latin typeface="Times New Roman"/>
                <a:cs typeface="Times New Roman"/>
              </a:rPr>
              <a:t>not</a:t>
            </a:r>
            <a:r>
              <a:rPr dirty="0" sz="30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FF3131"/>
                </a:solidFill>
                <a:latin typeface="Times New Roman"/>
                <a:cs typeface="Times New Roman"/>
              </a:rPr>
              <a:t>just </a:t>
            </a:r>
            <a:r>
              <a:rPr dirty="0" sz="3000" spc="-10">
                <a:solidFill>
                  <a:srgbClr val="FF3131"/>
                </a:solidFill>
                <a:latin typeface="Times New Roman"/>
                <a:cs typeface="Times New Roman"/>
              </a:rPr>
              <a:t>technology...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3667097"/>
            <a:ext cx="5314949" cy="29527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99582" y="4063377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8415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45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URGENCY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2558" y="3667097"/>
            <a:ext cx="5314949" cy="29527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23439" y="4072902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3810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300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AUTHORITY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1930" y="3667097"/>
            <a:ext cx="5314949" cy="29527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548179" y="4063377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8415" rIns="0" bIns="0" rtlCol="0" vert="horz">
            <a:spAutoFit/>
          </a:bodyPr>
          <a:lstStyle/>
          <a:p>
            <a:pPr marL="671830">
              <a:lnSpc>
                <a:spcPct val="100000"/>
              </a:lnSpc>
              <a:spcBef>
                <a:spcPts val="145"/>
              </a:spcBef>
            </a:pP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FEAR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4342" y="4751964"/>
            <a:ext cx="409575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panic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bypass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rational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thinking.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'Act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NOW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lose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access!'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61086" y="4751964"/>
            <a:ext cx="360426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Impersonate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CEO,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dept,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banks,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government agencies.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11976" y="4751964"/>
            <a:ext cx="37014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Threaten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consequences: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fines,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closure,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legal action</a:t>
            </a:r>
            <a:r>
              <a:rPr dirty="0" sz="2600" spc="-1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6932567"/>
            <a:ext cx="5314949" cy="29527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06266" y="7408816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841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145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CURIOSITY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2558" y="6961498"/>
            <a:ext cx="5314949" cy="29527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23439" y="7408816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RECIPROCITY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1930" y="6932567"/>
            <a:ext cx="5314949" cy="29527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548179" y="7408816"/>
            <a:ext cx="2189480" cy="488315"/>
          </a:xfrm>
          <a:prstGeom prst="rect">
            <a:avLst/>
          </a:prstGeom>
          <a:solidFill>
            <a:srgbClr val="7587C1"/>
          </a:solidFill>
        </p:spPr>
        <p:txBody>
          <a:bodyPr wrap="square" lIns="0" tIns="2730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215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24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PROOF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7106" y="8017434"/>
            <a:ext cx="299593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-45">
                <a:latin typeface="Times New Roman"/>
                <a:cs typeface="Times New Roman"/>
              </a:rPr>
              <a:t>'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package.'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'Someone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tagged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you.'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Bait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content</a:t>
            </a:r>
            <a:r>
              <a:rPr dirty="0" sz="2600" spc="-1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50862" y="8017434"/>
            <a:ext cx="343852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Offer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something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free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(gift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card,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prize)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get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something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valuable.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851887" y="8017434"/>
            <a:ext cx="3513454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-30">
                <a:latin typeface="Times New Roman"/>
                <a:cs typeface="Times New Roman"/>
              </a:rPr>
              <a:t>'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colleagues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already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updated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details.'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Peer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pressure.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030675" y="244974"/>
            <a:ext cx="655320" cy="1320165"/>
            <a:chOff x="13030675" y="244974"/>
            <a:chExt cx="655320" cy="1320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2105" y="256405"/>
              <a:ext cx="632090" cy="12969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030675" y="244974"/>
              <a:ext cx="655320" cy="1320165"/>
            </a:xfrm>
            <a:custGeom>
              <a:avLst/>
              <a:gdLst/>
              <a:ahLst/>
              <a:cxnLst/>
              <a:rect l="l" t="t" r="r" b="b"/>
              <a:pathLst>
                <a:path w="655319" h="1320165">
                  <a:moveTo>
                    <a:pt x="24705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705" y="0"/>
                  </a:lnTo>
                  <a:lnTo>
                    <a:pt x="24705" y="38100"/>
                  </a:lnTo>
                  <a:close/>
                </a:path>
                <a:path w="655319" h="1320165">
                  <a:moveTo>
                    <a:pt x="38099" y="38100"/>
                  </a:moveTo>
                  <a:lnTo>
                    <a:pt x="24705" y="38100"/>
                  </a:lnTo>
                  <a:lnTo>
                    <a:pt x="24705" y="0"/>
                  </a:lnTo>
                  <a:lnTo>
                    <a:pt x="38099" y="0"/>
                  </a:lnTo>
                  <a:lnTo>
                    <a:pt x="38099" y="38100"/>
                  </a:lnTo>
                  <a:close/>
                </a:path>
                <a:path w="655319" h="1320165">
                  <a:moveTo>
                    <a:pt x="62805" y="38100"/>
                  </a:moveTo>
                  <a:lnTo>
                    <a:pt x="38099" y="38100"/>
                  </a:lnTo>
                  <a:lnTo>
                    <a:pt x="38099" y="0"/>
                  </a:lnTo>
                  <a:lnTo>
                    <a:pt x="62805" y="0"/>
                  </a:lnTo>
                  <a:lnTo>
                    <a:pt x="62805" y="38100"/>
                  </a:lnTo>
                  <a:close/>
                </a:path>
                <a:path w="655319" h="1320165">
                  <a:moveTo>
                    <a:pt x="38099" y="114300"/>
                  </a:moveTo>
                  <a:lnTo>
                    <a:pt x="0" y="114300"/>
                  </a:lnTo>
                  <a:lnTo>
                    <a:pt x="0" y="76200"/>
                  </a:lnTo>
                  <a:lnTo>
                    <a:pt x="38099" y="76200"/>
                  </a:lnTo>
                  <a:lnTo>
                    <a:pt x="38099" y="114300"/>
                  </a:lnTo>
                  <a:close/>
                </a:path>
                <a:path w="655319" h="1320165">
                  <a:moveTo>
                    <a:pt x="38099" y="190500"/>
                  </a:moveTo>
                  <a:lnTo>
                    <a:pt x="0" y="190500"/>
                  </a:lnTo>
                  <a:lnTo>
                    <a:pt x="0" y="152400"/>
                  </a:lnTo>
                  <a:lnTo>
                    <a:pt x="38099" y="152400"/>
                  </a:lnTo>
                  <a:lnTo>
                    <a:pt x="38099" y="190500"/>
                  </a:lnTo>
                  <a:close/>
                </a:path>
                <a:path w="655319" h="1320165">
                  <a:moveTo>
                    <a:pt x="38099" y="266700"/>
                  </a:moveTo>
                  <a:lnTo>
                    <a:pt x="0" y="266700"/>
                  </a:lnTo>
                  <a:lnTo>
                    <a:pt x="0" y="228600"/>
                  </a:lnTo>
                  <a:lnTo>
                    <a:pt x="38099" y="228600"/>
                  </a:lnTo>
                  <a:lnTo>
                    <a:pt x="38099" y="266700"/>
                  </a:lnTo>
                  <a:close/>
                </a:path>
                <a:path w="655319" h="1320165">
                  <a:moveTo>
                    <a:pt x="38099" y="342900"/>
                  </a:moveTo>
                  <a:lnTo>
                    <a:pt x="0" y="342900"/>
                  </a:lnTo>
                  <a:lnTo>
                    <a:pt x="0" y="304800"/>
                  </a:lnTo>
                  <a:lnTo>
                    <a:pt x="38099" y="304800"/>
                  </a:lnTo>
                  <a:lnTo>
                    <a:pt x="38099" y="342900"/>
                  </a:lnTo>
                  <a:close/>
                </a:path>
                <a:path w="655319" h="1320165">
                  <a:moveTo>
                    <a:pt x="38099" y="419100"/>
                  </a:moveTo>
                  <a:lnTo>
                    <a:pt x="0" y="419100"/>
                  </a:lnTo>
                  <a:lnTo>
                    <a:pt x="0" y="381000"/>
                  </a:lnTo>
                  <a:lnTo>
                    <a:pt x="38099" y="381000"/>
                  </a:lnTo>
                  <a:lnTo>
                    <a:pt x="38099" y="419100"/>
                  </a:lnTo>
                  <a:close/>
                </a:path>
                <a:path w="655319" h="1320165">
                  <a:moveTo>
                    <a:pt x="38099" y="495300"/>
                  </a:moveTo>
                  <a:lnTo>
                    <a:pt x="0" y="495300"/>
                  </a:lnTo>
                  <a:lnTo>
                    <a:pt x="0" y="457200"/>
                  </a:lnTo>
                  <a:lnTo>
                    <a:pt x="38099" y="457200"/>
                  </a:lnTo>
                  <a:lnTo>
                    <a:pt x="38099" y="495300"/>
                  </a:lnTo>
                  <a:close/>
                </a:path>
                <a:path w="655319" h="1320165">
                  <a:moveTo>
                    <a:pt x="38099" y="571500"/>
                  </a:moveTo>
                  <a:lnTo>
                    <a:pt x="0" y="571500"/>
                  </a:lnTo>
                  <a:lnTo>
                    <a:pt x="0" y="533400"/>
                  </a:lnTo>
                  <a:lnTo>
                    <a:pt x="38099" y="533400"/>
                  </a:lnTo>
                  <a:lnTo>
                    <a:pt x="38099" y="571500"/>
                  </a:lnTo>
                  <a:close/>
                </a:path>
                <a:path w="655319" h="1320165">
                  <a:moveTo>
                    <a:pt x="38099" y="647700"/>
                  </a:moveTo>
                  <a:lnTo>
                    <a:pt x="0" y="647700"/>
                  </a:lnTo>
                  <a:lnTo>
                    <a:pt x="0" y="609600"/>
                  </a:lnTo>
                  <a:lnTo>
                    <a:pt x="38099" y="609600"/>
                  </a:lnTo>
                  <a:lnTo>
                    <a:pt x="38099" y="647700"/>
                  </a:lnTo>
                  <a:close/>
                </a:path>
                <a:path w="655319" h="1320165">
                  <a:moveTo>
                    <a:pt x="38099" y="723900"/>
                  </a:moveTo>
                  <a:lnTo>
                    <a:pt x="0" y="723900"/>
                  </a:lnTo>
                  <a:lnTo>
                    <a:pt x="0" y="685800"/>
                  </a:lnTo>
                  <a:lnTo>
                    <a:pt x="38099" y="685800"/>
                  </a:lnTo>
                  <a:lnTo>
                    <a:pt x="38099" y="723900"/>
                  </a:lnTo>
                  <a:close/>
                </a:path>
                <a:path w="655319" h="1320165">
                  <a:moveTo>
                    <a:pt x="38099" y="800100"/>
                  </a:moveTo>
                  <a:lnTo>
                    <a:pt x="0" y="800100"/>
                  </a:lnTo>
                  <a:lnTo>
                    <a:pt x="0" y="762000"/>
                  </a:lnTo>
                  <a:lnTo>
                    <a:pt x="38099" y="762000"/>
                  </a:lnTo>
                  <a:lnTo>
                    <a:pt x="38099" y="800100"/>
                  </a:lnTo>
                  <a:close/>
                </a:path>
                <a:path w="655319" h="1320165">
                  <a:moveTo>
                    <a:pt x="38099" y="876300"/>
                  </a:moveTo>
                  <a:lnTo>
                    <a:pt x="0" y="876300"/>
                  </a:lnTo>
                  <a:lnTo>
                    <a:pt x="0" y="838200"/>
                  </a:lnTo>
                  <a:lnTo>
                    <a:pt x="38099" y="838200"/>
                  </a:lnTo>
                  <a:lnTo>
                    <a:pt x="38099" y="876300"/>
                  </a:lnTo>
                  <a:close/>
                </a:path>
                <a:path w="655319" h="1320165">
                  <a:moveTo>
                    <a:pt x="38099" y="952500"/>
                  </a:moveTo>
                  <a:lnTo>
                    <a:pt x="0" y="952500"/>
                  </a:lnTo>
                  <a:lnTo>
                    <a:pt x="0" y="914400"/>
                  </a:lnTo>
                  <a:lnTo>
                    <a:pt x="38099" y="914400"/>
                  </a:lnTo>
                  <a:lnTo>
                    <a:pt x="38099" y="952500"/>
                  </a:lnTo>
                  <a:close/>
                </a:path>
                <a:path w="655319" h="1320165">
                  <a:moveTo>
                    <a:pt x="38099" y="1028700"/>
                  </a:moveTo>
                  <a:lnTo>
                    <a:pt x="0" y="1028700"/>
                  </a:lnTo>
                  <a:lnTo>
                    <a:pt x="0" y="990600"/>
                  </a:lnTo>
                  <a:lnTo>
                    <a:pt x="38099" y="990600"/>
                  </a:lnTo>
                  <a:lnTo>
                    <a:pt x="38099" y="1028700"/>
                  </a:lnTo>
                  <a:close/>
                </a:path>
                <a:path w="655319" h="1320165">
                  <a:moveTo>
                    <a:pt x="38099" y="1104900"/>
                  </a:moveTo>
                  <a:lnTo>
                    <a:pt x="0" y="1104900"/>
                  </a:lnTo>
                  <a:lnTo>
                    <a:pt x="0" y="1066800"/>
                  </a:lnTo>
                  <a:lnTo>
                    <a:pt x="38099" y="1066800"/>
                  </a:lnTo>
                  <a:lnTo>
                    <a:pt x="38099" y="1104900"/>
                  </a:lnTo>
                  <a:close/>
                </a:path>
                <a:path w="655319" h="1320165">
                  <a:moveTo>
                    <a:pt x="38099" y="1181100"/>
                  </a:moveTo>
                  <a:lnTo>
                    <a:pt x="0" y="1181100"/>
                  </a:lnTo>
                  <a:lnTo>
                    <a:pt x="0" y="1143000"/>
                  </a:lnTo>
                  <a:lnTo>
                    <a:pt x="38099" y="1143000"/>
                  </a:lnTo>
                  <a:lnTo>
                    <a:pt x="38099" y="1181100"/>
                  </a:lnTo>
                  <a:close/>
                </a:path>
                <a:path w="655319" h="1320165">
                  <a:moveTo>
                    <a:pt x="38099" y="1257300"/>
                  </a:moveTo>
                  <a:lnTo>
                    <a:pt x="0" y="1257300"/>
                  </a:lnTo>
                  <a:lnTo>
                    <a:pt x="0" y="1219200"/>
                  </a:lnTo>
                  <a:lnTo>
                    <a:pt x="38099" y="1219200"/>
                  </a:lnTo>
                  <a:lnTo>
                    <a:pt x="38099" y="1257300"/>
                  </a:lnTo>
                  <a:close/>
                </a:path>
                <a:path w="655319" h="1320165">
                  <a:moveTo>
                    <a:pt x="13841" y="1319659"/>
                  </a:moveTo>
                  <a:lnTo>
                    <a:pt x="0" y="1319659"/>
                  </a:lnTo>
                  <a:lnTo>
                    <a:pt x="0" y="1281559"/>
                  </a:lnTo>
                  <a:lnTo>
                    <a:pt x="13841" y="1281559"/>
                  </a:lnTo>
                  <a:lnTo>
                    <a:pt x="13841" y="1319659"/>
                  </a:lnTo>
                  <a:close/>
                </a:path>
                <a:path w="655319" h="1320165">
                  <a:moveTo>
                    <a:pt x="38099" y="1319659"/>
                  </a:moveTo>
                  <a:lnTo>
                    <a:pt x="13841" y="1319659"/>
                  </a:lnTo>
                  <a:lnTo>
                    <a:pt x="13841" y="1295400"/>
                  </a:lnTo>
                  <a:lnTo>
                    <a:pt x="38099" y="1295400"/>
                  </a:lnTo>
                  <a:lnTo>
                    <a:pt x="38099" y="1319659"/>
                  </a:lnTo>
                  <a:close/>
                </a:path>
                <a:path w="655319" h="1320165">
                  <a:moveTo>
                    <a:pt x="90041" y="1319659"/>
                  </a:moveTo>
                  <a:lnTo>
                    <a:pt x="51941" y="1319659"/>
                  </a:lnTo>
                  <a:lnTo>
                    <a:pt x="51941" y="1281559"/>
                  </a:lnTo>
                  <a:lnTo>
                    <a:pt x="90041" y="1281559"/>
                  </a:lnTo>
                  <a:lnTo>
                    <a:pt x="90041" y="1319659"/>
                  </a:lnTo>
                  <a:close/>
                </a:path>
                <a:path w="655319" h="1320165">
                  <a:moveTo>
                    <a:pt x="166241" y="1319659"/>
                  </a:moveTo>
                  <a:lnTo>
                    <a:pt x="128141" y="1319659"/>
                  </a:lnTo>
                  <a:lnTo>
                    <a:pt x="128141" y="1281559"/>
                  </a:lnTo>
                  <a:lnTo>
                    <a:pt x="166241" y="1281559"/>
                  </a:lnTo>
                  <a:lnTo>
                    <a:pt x="166241" y="1319659"/>
                  </a:lnTo>
                  <a:close/>
                </a:path>
                <a:path w="655319" h="1320165">
                  <a:moveTo>
                    <a:pt x="242441" y="1319659"/>
                  </a:moveTo>
                  <a:lnTo>
                    <a:pt x="204341" y="1319659"/>
                  </a:lnTo>
                  <a:lnTo>
                    <a:pt x="204341" y="1281559"/>
                  </a:lnTo>
                  <a:lnTo>
                    <a:pt x="242441" y="1281559"/>
                  </a:lnTo>
                  <a:lnTo>
                    <a:pt x="242441" y="1319659"/>
                  </a:lnTo>
                  <a:close/>
                </a:path>
                <a:path w="655319" h="1320165">
                  <a:moveTo>
                    <a:pt x="318641" y="1319659"/>
                  </a:moveTo>
                  <a:lnTo>
                    <a:pt x="280541" y="1319659"/>
                  </a:lnTo>
                  <a:lnTo>
                    <a:pt x="280541" y="1281559"/>
                  </a:lnTo>
                  <a:lnTo>
                    <a:pt x="318641" y="1281559"/>
                  </a:lnTo>
                  <a:lnTo>
                    <a:pt x="318641" y="1319659"/>
                  </a:lnTo>
                  <a:close/>
                </a:path>
                <a:path w="655319" h="1320165">
                  <a:moveTo>
                    <a:pt x="394841" y="1319659"/>
                  </a:moveTo>
                  <a:lnTo>
                    <a:pt x="356741" y="1319659"/>
                  </a:lnTo>
                  <a:lnTo>
                    <a:pt x="356741" y="1281559"/>
                  </a:lnTo>
                  <a:lnTo>
                    <a:pt x="394841" y="1281559"/>
                  </a:lnTo>
                  <a:lnTo>
                    <a:pt x="394841" y="1319659"/>
                  </a:lnTo>
                  <a:close/>
                </a:path>
                <a:path w="655319" h="1320165">
                  <a:moveTo>
                    <a:pt x="471041" y="1319659"/>
                  </a:moveTo>
                  <a:lnTo>
                    <a:pt x="432941" y="1319659"/>
                  </a:lnTo>
                  <a:lnTo>
                    <a:pt x="432941" y="1281559"/>
                  </a:lnTo>
                  <a:lnTo>
                    <a:pt x="471041" y="1281559"/>
                  </a:lnTo>
                  <a:lnTo>
                    <a:pt x="471041" y="1319659"/>
                  </a:lnTo>
                  <a:close/>
                </a:path>
                <a:path w="655319" h="1320165">
                  <a:moveTo>
                    <a:pt x="547241" y="1319659"/>
                  </a:moveTo>
                  <a:lnTo>
                    <a:pt x="509141" y="1319659"/>
                  </a:lnTo>
                  <a:lnTo>
                    <a:pt x="509141" y="1281559"/>
                  </a:lnTo>
                  <a:lnTo>
                    <a:pt x="547241" y="1281559"/>
                  </a:lnTo>
                  <a:lnTo>
                    <a:pt x="547241" y="1319659"/>
                  </a:lnTo>
                  <a:close/>
                </a:path>
                <a:path w="655319" h="1320165">
                  <a:moveTo>
                    <a:pt x="623441" y="1312961"/>
                  </a:moveTo>
                  <a:lnTo>
                    <a:pt x="616743" y="1312961"/>
                  </a:lnTo>
                  <a:lnTo>
                    <a:pt x="616743" y="1274861"/>
                  </a:lnTo>
                  <a:lnTo>
                    <a:pt x="654844" y="1274861"/>
                  </a:lnTo>
                  <a:lnTo>
                    <a:pt x="654844" y="1281559"/>
                  </a:lnTo>
                  <a:lnTo>
                    <a:pt x="623441" y="1281559"/>
                  </a:lnTo>
                  <a:lnTo>
                    <a:pt x="623441" y="1312961"/>
                  </a:lnTo>
                  <a:close/>
                </a:path>
                <a:path w="655319" h="1320165">
                  <a:moveTo>
                    <a:pt x="623441" y="1319659"/>
                  </a:moveTo>
                  <a:lnTo>
                    <a:pt x="585341" y="1319659"/>
                  </a:lnTo>
                  <a:lnTo>
                    <a:pt x="585341" y="1281559"/>
                  </a:lnTo>
                  <a:lnTo>
                    <a:pt x="616743" y="1281559"/>
                  </a:lnTo>
                  <a:lnTo>
                    <a:pt x="616743" y="1312961"/>
                  </a:lnTo>
                  <a:lnTo>
                    <a:pt x="623441" y="1312961"/>
                  </a:lnTo>
                  <a:lnTo>
                    <a:pt x="623441" y="1319659"/>
                  </a:lnTo>
                  <a:close/>
                </a:path>
                <a:path w="655319" h="1320165">
                  <a:moveTo>
                    <a:pt x="654844" y="1312961"/>
                  </a:moveTo>
                  <a:lnTo>
                    <a:pt x="623441" y="1312961"/>
                  </a:lnTo>
                  <a:lnTo>
                    <a:pt x="623441" y="1281559"/>
                  </a:lnTo>
                  <a:lnTo>
                    <a:pt x="654844" y="1281559"/>
                  </a:lnTo>
                  <a:lnTo>
                    <a:pt x="654844" y="1312961"/>
                  </a:lnTo>
                  <a:close/>
                </a:path>
                <a:path w="655319" h="1320165">
                  <a:moveTo>
                    <a:pt x="654844" y="1236761"/>
                  </a:moveTo>
                  <a:lnTo>
                    <a:pt x="616743" y="1236761"/>
                  </a:lnTo>
                  <a:lnTo>
                    <a:pt x="616743" y="1198661"/>
                  </a:lnTo>
                  <a:lnTo>
                    <a:pt x="654844" y="1198661"/>
                  </a:lnTo>
                  <a:lnTo>
                    <a:pt x="654844" y="1236761"/>
                  </a:lnTo>
                  <a:close/>
                </a:path>
                <a:path w="655319" h="1320165">
                  <a:moveTo>
                    <a:pt x="654844" y="1160561"/>
                  </a:moveTo>
                  <a:lnTo>
                    <a:pt x="616743" y="1160561"/>
                  </a:lnTo>
                  <a:lnTo>
                    <a:pt x="616743" y="1122461"/>
                  </a:lnTo>
                  <a:lnTo>
                    <a:pt x="654844" y="1122461"/>
                  </a:lnTo>
                  <a:lnTo>
                    <a:pt x="654844" y="1160561"/>
                  </a:lnTo>
                  <a:close/>
                </a:path>
                <a:path w="655319" h="1320165">
                  <a:moveTo>
                    <a:pt x="654844" y="1084361"/>
                  </a:moveTo>
                  <a:lnTo>
                    <a:pt x="616743" y="1084361"/>
                  </a:lnTo>
                  <a:lnTo>
                    <a:pt x="616743" y="1046261"/>
                  </a:lnTo>
                  <a:lnTo>
                    <a:pt x="654844" y="1046261"/>
                  </a:lnTo>
                  <a:lnTo>
                    <a:pt x="654844" y="1084361"/>
                  </a:lnTo>
                  <a:close/>
                </a:path>
                <a:path w="655319" h="1320165">
                  <a:moveTo>
                    <a:pt x="654844" y="1008161"/>
                  </a:moveTo>
                  <a:lnTo>
                    <a:pt x="616743" y="1008161"/>
                  </a:lnTo>
                  <a:lnTo>
                    <a:pt x="616743" y="970061"/>
                  </a:lnTo>
                  <a:lnTo>
                    <a:pt x="654844" y="970061"/>
                  </a:lnTo>
                  <a:lnTo>
                    <a:pt x="654844" y="1008161"/>
                  </a:lnTo>
                  <a:close/>
                </a:path>
                <a:path w="655319" h="1320165">
                  <a:moveTo>
                    <a:pt x="654844" y="931961"/>
                  </a:moveTo>
                  <a:lnTo>
                    <a:pt x="616743" y="931961"/>
                  </a:lnTo>
                  <a:lnTo>
                    <a:pt x="616743" y="893861"/>
                  </a:lnTo>
                  <a:lnTo>
                    <a:pt x="654844" y="893861"/>
                  </a:lnTo>
                  <a:lnTo>
                    <a:pt x="654844" y="931961"/>
                  </a:lnTo>
                  <a:close/>
                </a:path>
                <a:path w="655319" h="1320165">
                  <a:moveTo>
                    <a:pt x="654844" y="855761"/>
                  </a:moveTo>
                  <a:lnTo>
                    <a:pt x="616743" y="855761"/>
                  </a:lnTo>
                  <a:lnTo>
                    <a:pt x="616743" y="817661"/>
                  </a:lnTo>
                  <a:lnTo>
                    <a:pt x="654844" y="817661"/>
                  </a:lnTo>
                  <a:lnTo>
                    <a:pt x="654844" y="855761"/>
                  </a:lnTo>
                  <a:close/>
                </a:path>
                <a:path w="655319" h="1320165">
                  <a:moveTo>
                    <a:pt x="654844" y="779561"/>
                  </a:moveTo>
                  <a:lnTo>
                    <a:pt x="616743" y="779561"/>
                  </a:lnTo>
                  <a:lnTo>
                    <a:pt x="616743" y="741461"/>
                  </a:lnTo>
                  <a:lnTo>
                    <a:pt x="654844" y="741461"/>
                  </a:lnTo>
                  <a:lnTo>
                    <a:pt x="654844" y="779561"/>
                  </a:lnTo>
                  <a:close/>
                </a:path>
                <a:path w="655319" h="1320165">
                  <a:moveTo>
                    <a:pt x="654844" y="703361"/>
                  </a:moveTo>
                  <a:lnTo>
                    <a:pt x="616743" y="703361"/>
                  </a:lnTo>
                  <a:lnTo>
                    <a:pt x="616743" y="665261"/>
                  </a:lnTo>
                  <a:lnTo>
                    <a:pt x="654844" y="665261"/>
                  </a:lnTo>
                  <a:lnTo>
                    <a:pt x="654844" y="703361"/>
                  </a:lnTo>
                  <a:close/>
                </a:path>
                <a:path w="655319" h="1320165">
                  <a:moveTo>
                    <a:pt x="654844" y="627161"/>
                  </a:moveTo>
                  <a:lnTo>
                    <a:pt x="616743" y="627161"/>
                  </a:lnTo>
                  <a:lnTo>
                    <a:pt x="616743" y="589061"/>
                  </a:lnTo>
                  <a:lnTo>
                    <a:pt x="654844" y="589061"/>
                  </a:lnTo>
                  <a:lnTo>
                    <a:pt x="654844" y="627161"/>
                  </a:lnTo>
                  <a:close/>
                </a:path>
                <a:path w="655319" h="1320165">
                  <a:moveTo>
                    <a:pt x="654844" y="550961"/>
                  </a:moveTo>
                  <a:lnTo>
                    <a:pt x="616743" y="550961"/>
                  </a:lnTo>
                  <a:lnTo>
                    <a:pt x="616743" y="512861"/>
                  </a:lnTo>
                  <a:lnTo>
                    <a:pt x="654844" y="512861"/>
                  </a:lnTo>
                  <a:lnTo>
                    <a:pt x="654844" y="550961"/>
                  </a:lnTo>
                  <a:close/>
                </a:path>
                <a:path w="655319" h="1320165">
                  <a:moveTo>
                    <a:pt x="654844" y="474761"/>
                  </a:moveTo>
                  <a:lnTo>
                    <a:pt x="616743" y="474761"/>
                  </a:lnTo>
                  <a:lnTo>
                    <a:pt x="616743" y="436661"/>
                  </a:lnTo>
                  <a:lnTo>
                    <a:pt x="654844" y="436661"/>
                  </a:lnTo>
                  <a:lnTo>
                    <a:pt x="654844" y="474761"/>
                  </a:lnTo>
                  <a:close/>
                </a:path>
                <a:path w="655319" h="1320165">
                  <a:moveTo>
                    <a:pt x="654844" y="398561"/>
                  </a:moveTo>
                  <a:lnTo>
                    <a:pt x="616743" y="398561"/>
                  </a:lnTo>
                  <a:lnTo>
                    <a:pt x="616743" y="360461"/>
                  </a:lnTo>
                  <a:lnTo>
                    <a:pt x="654844" y="360461"/>
                  </a:lnTo>
                  <a:lnTo>
                    <a:pt x="654844" y="398561"/>
                  </a:lnTo>
                  <a:close/>
                </a:path>
                <a:path w="655319" h="1320165">
                  <a:moveTo>
                    <a:pt x="654844" y="322361"/>
                  </a:moveTo>
                  <a:lnTo>
                    <a:pt x="616743" y="322361"/>
                  </a:lnTo>
                  <a:lnTo>
                    <a:pt x="616743" y="284261"/>
                  </a:lnTo>
                  <a:lnTo>
                    <a:pt x="654844" y="284261"/>
                  </a:lnTo>
                  <a:lnTo>
                    <a:pt x="654844" y="322361"/>
                  </a:lnTo>
                  <a:close/>
                </a:path>
                <a:path w="655319" h="1320165">
                  <a:moveTo>
                    <a:pt x="654844" y="246161"/>
                  </a:moveTo>
                  <a:lnTo>
                    <a:pt x="616743" y="246161"/>
                  </a:lnTo>
                  <a:lnTo>
                    <a:pt x="616743" y="208061"/>
                  </a:lnTo>
                  <a:lnTo>
                    <a:pt x="654844" y="208061"/>
                  </a:lnTo>
                  <a:lnTo>
                    <a:pt x="654844" y="246161"/>
                  </a:lnTo>
                  <a:close/>
                </a:path>
                <a:path w="655319" h="1320165">
                  <a:moveTo>
                    <a:pt x="654844" y="169961"/>
                  </a:moveTo>
                  <a:lnTo>
                    <a:pt x="616743" y="169961"/>
                  </a:lnTo>
                  <a:lnTo>
                    <a:pt x="616743" y="131861"/>
                  </a:lnTo>
                  <a:lnTo>
                    <a:pt x="654844" y="131861"/>
                  </a:lnTo>
                  <a:lnTo>
                    <a:pt x="654844" y="169961"/>
                  </a:lnTo>
                  <a:close/>
                </a:path>
                <a:path w="655319" h="1320165">
                  <a:moveTo>
                    <a:pt x="654844" y="93761"/>
                  </a:moveTo>
                  <a:lnTo>
                    <a:pt x="616743" y="93761"/>
                  </a:lnTo>
                  <a:lnTo>
                    <a:pt x="616743" y="55661"/>
                  </a:lnTo>
                  <a:lnTo>
                    <a:pt x="654844" y="55661"/>
                  </a:lnTo>
                  <a:lnTo>
                    <a:pt x="654844" y="93761"/>
                  </a:lnTo>
                  <a:close/>
                </a:path>
                <a:path w="655319" h="1320165">
                  <a:moveTo>
                    <a:pt x="634305" y="17561"/>
                  </a:moveTo>
                  <a:lnTo>
                    <a:pt x="616743" y="17561"/>
                  </a:lnTo>
                  <a:lnTo>
                    <a:pt x="616743" y="0"/>
                  </a:lnTo>
                  <a:lnTo>
                    <a:pt x="634305" y="0"/>
                  </a:lnTo>
                  <a:lnTo>
                    <a:pt x="634305" y="17561"/>
                  </a:lnTo>
                  <a:close/>
                </a:path>
                <a:path w="655319" h="1320165">
                  <a:moveTo>
                    <a:pt x="654844" y="38100"/>
                  </a:moveTo>
                  <a:lnTo>
                    <a:pt x="634305" y="38100"/>
                  </a:lnTo>
                  <a:lnTo>
                    <a:pt x="634305" y="0"/>
                  </a:lnTo>
                  <a:lnTo>
                    <a:pt x="654843" y="0"/>
                  </a:lnTo>
                  <a:lnTo>
                    <a:pt x="654844" y="38100"/>
                  </a:lnTo>
                  <a:close/>
                </a:path>
                <a:path w="655319" h="1320165">
                  <a:moveTo>
                    <a:pt x="596205" y="38100"/>
                  </a:moveTo>
                  <a:lnTo>
                    <a:pt x="558105" y="38100"/>
                  </a:lnTo>
                  <a:lnTo>
                    <a:pt x="558105" y="0"/>
                  </a:lnTo>
                  <a:lnTo>
                    <a:pt x="596205" y="0"/>
                  </a:lnTo>
                  <a:lnTo>
                    <a:pt x="596205" y="38100"/>
                  </a:lnTo>
                  <a:close/>
                </a:path>
                <a:path w="655319" h="1320165">
                  <a:moveTo>
                    <a:pt x="520005" y="38100"/>
                  </a:moveTo>
                  <a:lnTo>
                    <a:pt x="481905" y="38100"/>
                  </a:lnTo>
                  <a:lnTo>
                    <a:pt x="481905" y="0"/>
                  </a:lnTo>
                  <a:lnTo>
                    <a:pt x="520005" y="0"/>
                  </a:lnTo>
                  <a:lnTo>
                    <a:pt x="520005" y="38100"/>
                  </a:lnTo>
                  <a:close/>
                </a:path>
                <a:path w="655319" h="1320165">
                  <a:moveTo>
                    <a:pt x="443805" y="38100"/>
                  </a:moveTo>
                  <a:lnTo>
                    <a:pt x="405705" y="38100"/>
                  </a:lnTo>
                  <a:lnTo>
                    <a:pt x="405705" y="0"/>
                  </a:lnTo>
                  <a:lnTo>
                    <a:pt x="443805" y="0"/>
                  </a:lnTo>
                  <a:lnTo>
                    <a:pt x="443805" y="38100"/>
                  </a:lnTo>
                  <a:close/>
                </a:path>
                <a:path w="655319" h="1320165">
                  <a:moveTo>
                    <a:pt x="367605" y="38100"/>
                  </a:moveTo>
                  <a:lnTo>
                    <a:pt x="329505" y="38100"/>
                  </a:lnTo>
                  <a:lnTo>
                    <a:pt x="329505" y="0"/>
                  </a:lnTo>
                  <a:lnTo>
                    <a:pt x="367605" y="0"/>
                  </a:lnTo>
                  <a:lnTo>
                    <a:pt x="367605" y="38100"/>
                  </a:lnTo>
                  <a:close/>
                </a:path>
                <a:path w="655319" h="1320165">
                  <a:moveTo>
                    <a:pt x="291405" y="38100"/>
                  </a:moveTo>
                  <a:lnTo>
                    <a:pt x="253305" y="38100"/>
                  </a:lnTo>
                  <a:lnTo>
                    <a:pt x="253305" y="0"/>
                  </a:lnTo>
                  <a:lnTo>
                    <a:pt x="291405" y="0"/>
                  </a:lnTo>
                  <a:lnTo>
                    <a:pt x="291405" y="38100"/>
                  </a:lnTo>
                  <a:close/>
                </a:path>
                <a:path w="655319" h="1320165">
                  <a:moveTo>
                    <a:pt x="215205" y="38100"/>
                  </a:moveTo>
                  <a:lnTo>
                    <a:pt x="177105" y="38100"/>
                  </a:lnTo>
                  <a:lnTo>
                    <a:pt x="177105" y="0"/>
                  </a:lnTo>
                  <a:lnTo>
                    <a:pt x="215205" y="0"/>
                  </a:lnTo>
                  <a:lnTo>
                    <a:pt x="215205" y="38100"/>
                  </a:lnTo>
                  <a:close/>
                </a:path>
                <a:path w="655319" h="1320165">
                  <a:moveTo>
                    <a:pt x="139005" y="38100"/>
                  </a:moveTo>
                  <a:lnTo>
                    <a:pt x="100905" y="38100"/>
                  </a:lnTo>
                  <a:lnTo>
                    <a:pt x="100905" y="0"/>
                  </a:lnTo>
                  <a:lnTo>
                    <a:pt x="139005" y="0"/>
                  </a:lnTo>
                  <a:lnTo>
                    <a:pt x="13900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87" rIns="0" bIns="0" rtlCol="0" vert="horz">
            <a:spAutoFit/>
          </a:bodyPr>
          <a:lstStyle/>
          <a:p>
            <a:pPr marL="234315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MOBILE</a:t>
            </a:r>
            <a:r>
              <a:rPr dirty="0" spc="-265"/>
              <a:t> </a:t>
            </a:r>
            <a:r>
              <a:rPr dirty="0"/>
              <a:t>AND</a:t>
            </a:r>
            <a:r>
              <a:rPr dirty="0" spc="-140"/>
              <a:t> </a:t>
            </a:r>
            <a:r>
              <a:rPr dirty="0"/>
              <a:t>SMS</a:t>
            </a:r>
            <a:r>
              <a:rPr dirty="0" spc="-155"/>
              <a:t> </a:t>
            </a:r>
            <a:r>
              <a:rPr dirty="0" spc="-10"/>
              <a:t>TH</a:t>
            </a:r>
            <a:r>
              <a:rPr dirty="0" spc="-5"/>
              <a:t>R</a:t>
            </a:r>
            <a:r>
              <a:rPr dirty="0" spc="-10"/>
              <a:t>E</a:t>
            </a:r>
            <a:r>
              <a:rPr dirty="0" spc="-520"/>
              <a:t>A</a:t>
            </a:r>
            <a:r>
              <a:rPr dirty="0" spc="-10"/>
              <a:t>T</a:t>
            </a:r>
            <a:r>
              <a:rPr dirty="0"/>
              <a:t>S</a:t>
            </a:r>
            <a:r>
              <a:rPr dirty="0" spc="-85"/>
              <a:t> </a:t>
            </a:r>
            <a:r>
              <a:rPr dirty="0" spc="-10"/>
              <a:t>(SMISHING)...</a:t>
            </a:r>
          </a:p>
        </p:txBody>
      </p:sp>
      <p:sp>
        <p:nvSpPr>
          <p:cNvPr id="2" name="object 2"/>
          <p:cNvSpPr/>
          <p:nvPr/>
        </p:nvSpPr>
        <p:spPr>
          <a:xfrm>
            <a:off x="0" y="1688948"/>
            <a:ext cx="18278475" cy="8223884"/>
          </a:xfrm>
          <a:custGeom>
            <a:avLst/>
            <a:gdLst/>
            <a:ahLst/>
            <a:cxnLst/>
            <a:rect l="l" t="t" r="r" b="b"/>
            <a:pathLst>
              <a:path w="18278475" h="8223884">
                <a:moveTo>
                  <a:pt x="18278445" y="8223694"/>
                </a:moveTo>
                <a:lnTo>
                  <a:pt x="0" y="8223694"/>
                </a:lnTo>
                <a:lnTo>
                  <a:pt x="0" y="0"/>
                </a:lnTo>
                <a:lnTo>
                  <a:pt x="18278445" y="0"/>
                </a:lnTo>
                <a:lnTo>
                  <a:pt x="18278445" y="8223694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674" y="1688948"/>
            <a:ext cx="3781424" cy="29527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25615" y="1960828"/>
            <a:ext cx="2244725" cy="226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00"/>
              </a:spcBef>
            </a:pPr>
            <a:r>
              <a:rPr dirty="0" sz="7000">
                <a:solidFill>
                  <a:srgbClr val="FFF131"/>
                </a:solidFill>
                <a:latin typeface="Times New Roman"/>
                <a:cs typeface="Times New Roman"/>
              </a:rPr>
              <a:t>98</a:t>
            </a:r>
            <a:r>
              <a:rPr dirty="0" sz="7000" spc="-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7000" spc="-50">
                <a:solidFill>
                  <a:srgbClr val="FFF131"/>
                </a:solidFill>
                <a:latin typeface="Times New Roman"/>
                <a:cs typeface="Times New Roman"/>
              </a:rPr>
              <a:t>%</a:t>
            </a:r>
            <a:endParaRPr sz="7000">
              <a:latin typeface="Times New Roman"/>
              <a:cs typeface="Times New Roman"/>
            </a:endParaRPr>
          </a:p>
          <a:p>
            <a:pPr marL="12700" marR="5080" indent="50800">
              <a:lnSpc>
                <a:spcPct val="115399"/>
              </a:lnSpc>
              <a:spcBef>
                <a:spcPts val="205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texts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read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minutes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5924" y="1688948"/>
            <a:ext cx="3781424" cy="29527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64415" y="1960826"/>
            <a:ext cx="2565400" cy="226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000">
                <a:solidFill>
                  <a:srgbClr val="FFF131"/>
                </a:solidFill>
                <a:latin typeface="Times New Roman"/>
                <a:cs typeface="Times New Roman"/>
              </a:rPr>
              <a:t>10</a:t>
            </a:r>
            <a:r>
              <a:rPr dirty="0" sz="7000" spc="-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7000" spc="-50">
                <a:solidFill>
                  <a:srgbClr val="FFF131"/>
                </a:solidFill>
                <a:latin typeface="Times New Roman"/>
                <a:cs typeface="Times New Roman"/>
              </a:rPr>
              <a:t>X</a:t>
            </a:r>
            <a:endParaRPr sz="7000">
              <a:latin typeface="Times New Roman"/>
              <a:cs typeface="Times New Roman"/>
            </a:endParaRPr>
          </a:p>
          <a:p>
            <a:pPr algn="ctr" marL="12065" marR="5080">
              <a:lnSpc>
                <a:spcPct val="115399"/>
              </a:lnSpc>
              <a:spcBef>
                <a:spcPts val="205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click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rate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6172" y="1852740"/>
            <a:ext cx="7458074" cy="26003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824016" y="1801372"/>
            <a:ext cx="3940175" cy="2308860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05"/>
              </a:spcBef>
            </a:pPr>
            <a:r>
              <a:rPr dirty="0" sz="3000">
                <a:solidFill>
                  <a:srgbClr val="FFF131"/>
                </a:solidFill>
                <a:latin typeface="Times New Roman"/>
                <a:cs typeface="Times New Roman"/>
              </a:rPr>
              <a:t>Common</a:t>
            </a:r>
            <a:r>
              <a:rPr dirty="0" sz="3000" spc="-8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131"/>
                </a:solidFill>
                <a:latin typeface="Times New Roman"/>
                <a:cs typeface="Times New Roman"/>
              </a:rPr>
              <a:t>Smishing</a:t>
            </a:r>
            <a:r>
              <a:rPr dirty="0" sz="3000" spc="-8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131"/>
                </a:solidFill>
                <a:latin typeface="Times New Roman"/>
                <a:cs typeface="Times New Roman"/>
              </a:rPr>
              <a:t>Lures</a:t>
            </a:r>
            <a:endParaRPr sz="3000">
              <a:latin typeface="Times New Roman"/>
              <a:cs typeface="Times New Roman"/>
            </a:endParaRPr>
          </a:p>
          <a:p>
            <a:pPr algn="ctr" marR="47625">
              <a:lnSpc>
                <a:spcPct val="100000"/>
              </a:lnSpc>
              <a:spcBef>
                <a:spcPts val="1614"/>
              </a:spcBef>
            </a:pPr>
            <a:r>
              <a:rPr dirty="0" sz="3000" spc="270">
                <a:latin typeface="Segoe UI Symbol"/>
                <a:cs typeface="Segoe UI Symbol"/>
              </a:rPr>
              <a:t>📦</a:t>
            </a:r>
            <a:r>
              <a:rPr dirty="0" sz="3000" spc="-220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package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delivery</a:t>
            </a:r>
            <a:endParaRPr sz="2600">
              <a:latin typeface="Times New Roman"/>
              <a:cs typeface="Times New Roman"/>
            </a:endParaRPr>
          </a:p>
          <a:p>
            <a:pPr marL="209550">
              <a:lnSpc>
                <a:spcPct val="100000"/>
              </a:lnSpc>
              <a:spcBef>
                <a:spcPts val="240"/>
              </a:spcBef>
            </a:pPr>
            <a:r>
              <a:rPr dirty="0" sz="3000" spc="330">
                <a:latin typeface="Segoe UI Symbol"/>
                <a:cs typeface="Segoe UI Symbol"/>
              </a:rPr>
              <a:t>🏦</a:t>
            </a:r>
            <a:r>
              <a:rPr dirty="0" sz="3000" spc="-280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alerts</a:t>
            </a:r>
            <a:endParaRPr sz="260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  <a:spcBef>
                <a:spcPts val="114"/>
              </a:spcBef>
            </a:pPr>
            <a:r>
              <a:rPr dirty="0" sz="3000" spc="210">
                <a:latin typeface="Segoe UI Symbol"/>
                <a:cs typeface="Segoe UI Symbol"/>
              </a:rPr>
              <a:t>🎁</a:t>
            </a:r>
            <a:r>
              <a:rPr dirty="0" sz="3000" spc="-190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Prize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lottery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win</a:t>
            </a:r>
            <a:r>
              <a:rPr dirty="0" sz="2600" spc="-2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4935528"/>
            <a:ext cx="16306799" cy="10477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16127" y="4848124"/>
            <a:ext cx="11615420" cy="9080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600" b="1">
                <a:latin typeface="Times New Roman"/>
                <a:cs typeface="Times New Roman"/>
              </a:rPr>
              <a:t>Unknown</a:t>
            </a:r>
            <a:r>
              <a:rPr dirty="0" sz="2600" spc="-7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+1-800-</a:t>
            </a:r>
            <a:r>
              <a:rPr dirty="0" sz="2600" spc="-20" b="1">
                <a:latin typeface="Times New Roman"/>
                <a:cs typeface="Times New Roman"/>
              </a:rPr>
              <a:t>XXX: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600" spc="-10">
                <a:latin typeface="Times New Roman"/>
                <a:cs typeface="Times New Roman"/>
              </a:rPr>
              <a:t>USPS: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45">
                <a:latin typeface="Times New Roman"/>
                <a:cs typeface="Times New Roman"/>
              </a:rPr>
              <a:t>Your </a:t>
            </a:r>
            <a:r>
              <a:rPr dirty="0" sz="2600">
                <a:latin typeface="Times New Roman"/>
                <a:cs typeface="Times New Roman"/>
              </a:rPr>
              <a:t>parcel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#94748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been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held.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Confirm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address: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  <a:hlinkClick r:id="rId8"/>
              </a:rPr>
              <a:t>http://usps-delivery-us.com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58150" y="5116718"/>
            <a:ext cx="3724274" cy="6857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3414762" y="5026281"/>
            <a:ext cx="2988945" cy="76835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113155" marR="5080" indent="-1101090">
              <a:lnSpc>
                <a:spcPct val="111400"/>
              </a:lnSpc>
              <a:spcBef>
                <a:spcPts val="160"/>
              </a:spcBef>
            </a:pPr>
            <a:r>
              <a:rPr dirty="0" sz="2300" spc="610">
                <a:latin typeface="Segoe UI Symbol"/>
                <a:cs typeface="Segoe UI Symbol"/>
              </a:rPr>
              <a:t>⚠</a:t>
            </a:r>
            <a:r>
              <a:rPr dirty="0" sz="2300" spc="-240">
                <a:latin typeface="Segoe UI Symbol"/>
                <a:cs typeface="Segoe UI Symbo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note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suspicious domain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6496175"/>
            <a:ext cx="16306799" cy="10477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16276" y="6496819"/>
            <a:ext cx="11269345" cy="81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100"/>
              </a:lnSpc>
              <a:spcBef>
                <a:spcPts val="100"/>
              </a:spcBef>
            </a:pPr>
            <a:r>
              <a:rPr dirty="0" sz="2600" spc="-70" b="1">
                <a:latin typeface="Times New Roman"/>
                <a:cs typeface="Times New Roman"/>
              </a:rPr>
              <a:t>Your</a:t>
            </a:r>
            <a:r>
              <a:rPr dirty="0" sz="2600" spc="-9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Bank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(Spoofed</a:t>
            </a:r>
            <a:r>
              <a:rPr dirty="0" sz="2600" spc="-10">
                <a:latin typeface="Times New Roman"/>
                <a:cs typeface="Times New Roman"/>
              </a:rPr>
              <a:t>):</a:t>
            </a:r>
            <a:endParaRPr sz="2600">
              <a:latin typeface="Times New Roman"/>
              <a:cs typeface="Times New Roman"/>
            </a:endParaRPr>
          </a:p>
          <a:p>
            <a:pPr marL="34925">
              <a:lnSpc>
                <a:spcPts val="3100"/>
              </a:lnSpc>
            </a:pPr>
            <a:r>
              <a:rPr dirty="0" sz="2600" spc="-35">
                <a:latin typeface="Times New Roman"/>
                <a:cs typeface="Times New Roman"/>
              </a:rPr>
              <a:t>ALERT: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Unusual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detected.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 spc="-35">
                <a:latin typeface="Times New Roman"/>
                <a:cs typeface="Times New Roman"/>
              </a:rPr>
              <a:t>Verify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NOW: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  <a:hlinkClick r:id="rId9"/>
              </a:rPr>
              <a:t>http://bankofamerica-secure.net/login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58150" y="6677365"/>
            <a:ext cx="3724274" cy="6857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402243" y="6566371"/>
            <a:ext cx="3637915" cy="76835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338580" marR="5080" indent="-1326515">
              <a:lnSpc>
                <a:spcPct val="111400"/>
              </a:lnSpc>
              <a:spcBef>
                <a:spcPts val="160"/>
              </a:spcBef>
            </a:pPr>
            <a:r>
              <a:rPr dirty="0" sz="2300" spc="610">
                <a:latin typeface="Segoe UI Symbol"/>
                <a:cs typeface="Segoe UI Symbol"/>
              </a:rPr>
              <a:t>⚠</a:t>
            </a:r>
            <a:r>
              <a:rPr dirty="0" sz="2300" spc="-240">
                <a:latin typeface="Segoe UI Symbol"/>
                <a:cs typeface="Segoe UI Symbo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banks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text,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password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8037931"/>
            <a:ext cx="16306799" cy="104774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83137" y="8003040"/>
            <a:ext cx="10899775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I</a:t>
            </a:r>
            <a:r>
              <a:rPr dirty="0" sz="2600" b="1">
                <a:latin typeface="Times New Roman"/>
                <a:cs typeface="Times New Roman"/>
              </a:rPr>
              <a:t>RS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spc="-20" b="1">
                <a:latin typeface="Times New Roman"/>
                <a:cs typeface="Times New Roman"/>
              </a:rPr>
              <a:t>Text: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600">
                <a:latin typeface="Times New Roman"/>
                <a:cs typeface="Times New Roman"/>
              </a:rPr>
              <a:t>IRS: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65">
                <a:latin typeface="Times New Roman"/>
                <a:cs typeface="Times New Roman"/>
              </a:rPr>
              <a:t>You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owe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$3,217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back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taxes.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Pay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immediately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avoid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arrest: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bit.ly/irs-</a:t>
            </a:r>
            <a:r>
              <a:rPr dirty="0" sz="2600" spc="-25">
                <a:latin typeface="Times New Roman"/>
                <a:cs typeface="Times New Roman"/>
              </a:rPr>
              <a:t>pay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58150" y="8199856"/>
            <a:ext cx="3724274" cy="6857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411370" y="8069814"/>
            <a:ext cx="2995930" cy="76835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577215" marR="5080" indent="-565150">
              <a:lnSpc>
                <a:spcPct val="111400"/>
              </a:lnSpc>
              <a:spcBef>
                <a:spcPts val="160"/>
              </a:spcBef>
            </a:pPr>
            <a:r>
              <a:rPr dirty="0" sz="2300" spc="610">
                <a:latin typeface="Segoe UI Symbol"/>
                <a:cs typeface="Segoe UI Symbol"/>
              </a:rPr>
              <a:t>⚠</a:t>
            </a:r>
            <a:r>
              <a:rPr dirty="0" sz="2300" spc="-240">
                <a:latin typeface="Segoe UI Symbol"/>
                <a:cs typeface="Segoe UI Symbo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IRS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never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texts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demands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87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EVOLVING</a:t>
            </a:r>
            <a:r>
              <a:rPr dirty="0" spc="-220"/>
              <a:t> </a:t>
            </a:r>
            <a:r>
              <a:rPr dirty="0" spc="-35"/>
              <a:t>TH</a:t>
            </a:r>
            <a:r>
              <a:rPr dirty="0" spc="-30"/>
              <a:t>R</a:t>
            </a:r>
            <a:r>
              <a:rPr dirty="0" spc="-35"/>
              <a:t>E</a:t>
            </a:r>
            <a:r>
              <a:rPr dirty="0" spc="-545"/>
              <a:t>A</a:t>
            </a:r>
            <a:r>
              <a:rPr dirty="0" spc="-35"/>
              <a:t>T</a:t>
            </a:r>
            <a:r>
              <a:rPr dirty="0" spc="-25"/>
              <a:t>S</a:t>
            </a:r>
            <a:r>
              <a:rPr dirty="0" spc="-250"/>
              <a:t> </a:t>
            </a:r>
            <a:r>
              <a:rPr dirty="0" spc="-30"/>
              <a:t>AI-</a:t>
            </a:r>
            <a:r>
              <a:rPr dirty="0"/>
              <a:t>POWERED</a:t>
            </a:r>
            <a:r>
              <a:rPr dirty="0" spc="-135"/>
              <a:t> </a:t>
            </a:r>
            <a:r>
              <a:rPr dirty="0" spc="-10"/>
              <a:t>PHISHING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9217" y="72057"/>
            <a:ext cx="1371599" cy="136207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831823"/>
            <a:ext cx="18278475" cy="8223884"/>
          </a:xfrm>
          <a:custGeom>
            <a:avLst/>
            <a:gdLst/>
            <a:ahLst/>
            <a:cxnLst/>
            <a:rect l="l" t="t" r="r" b="b"/>
            <a:pathLst>
              <a:path w="18278475" h="8223884">
                <a:moveTo>
                  <a:pt x="18278445" y="8223694"/>
                </a:moveTo>
                <a:lnTo>
                  <a:pt x="0" y="8223694"/>
                </a:lnTo>
                <a:lnTo>
                  <a:pt x="0" y="0"/>
                </a:lnTo>
                <a:lnTo>
                  <a:pt x="18278445" y="0"/>
                </a:lnTo>
                <a:lnTo>
                  <a:pt x="18278445" y="8223694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28" y="2435149"/>
            <a:ext cx="5076824" cy="2809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3098" y="2533064"/>
            <a:ext cx="904874" cy="8191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49945" y="2645205"/>
            <a:ext cx="4830445" cy="242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5560">
              <a:lnSpc>
                <a:spcPct val="100000"/>
              </a:lnSpc>
              <a:spcBef>
                <a:spcPts val="100"/>
              </a:spcBef>
            </a:pP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AI-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Written</a:t>
            </a:r>
            <a:r>
              <a:rPr dirty="0" sz="26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endParaRPr sz="26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5399"/>
              </a:lnSpc>
              <a:spcBef>
                <a:spcPts val="1390"/>
              </a:spcBef>
            </a:pP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ChatGPT-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style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generate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grammatically</a:t>
            </a:r>
            <a:r>
              <a:rPr dirty="0" sz="2600" spc="-9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perfect,</a:t>
            </a:r>
            <a:r>
              <a:rPr dirty="0" sz="2600" spc="-9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personalized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emails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typos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spot.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6317" y="2444674"/>
            <a:ext cx="5076824" cy="28098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02491" y="2469947"/>
            <a:ext cx="933449" cy="88582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749364" y="2645205"/>
            <a:ext cx="34270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Deepfake</a:t>
            </a:r>
            <a:r>
              <a:rPr dirty="0" sz="26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30" b="1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dirty="0" sz="26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6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Video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83934" y="2329298"/>
            <a:ext cx="5076824" cy="28098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20442" y="2538547"/>
            <a:ext cx="895349" cy="67627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847262" y="3287822"/>
            <a:ext cx="465455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Attackers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clone</a:t>
            </a:r>
            <a:r>
              <a:rPr dirty="0" sz="2600" spc="-3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a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CEO's</a:t>
            </a:r>
            <a:r>
              <a:rPr dirty="0" sz="2600" spc="-3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voice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3131"/>
                </a:solidFill>
                <a:latin typeface="Times New Roman"/>
                <a:cs typeface="Times New Roman"/>
              </a:rPr>
              <a:t>or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create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video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calls.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Employees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have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been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tricked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wiring</a:t>
            </a:r>
            <a:r>
              <a:rPr dirty="0" sz="2600" spc="-3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millions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66083" y="2645205"/>
            <a:ext cx="4314825" cy="2461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77545">
              <a:lnSpc>
                <a:spcPct val="100000"/>
              </a:lnSpc>
              <a:spcBef>
                <a:spcPts val="100"/>
              </a:spcBef>
            </a:pP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Data-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Driven</a:t>
            </a:r>
            <a:r>
              <a:rPr dirty="0" sz="26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Targeting</a:t>
            </a:r>
            <a:endParaRPr sz="26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115399"/>
              </a:lnSpc>
              <a:spcBef>
                <a:spcPts val="166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Scraped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LinkedIn/social</a:t>
            </a:r>
            <a:r>
              <a:rPr dirty="0" sz="2600" spc="-8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131"/>
                </a:solidFill>
                <a:latin typeface="Times New Roman"/>
                <a:cs typeface="Times New Roman"/>
              </a:rPr>
              <a:t>data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enables</a:t>
            </a:r>
            <a:r>
              <a:rPr dirty="0" sz="2600" spc="-4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ultra-personalized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attacks</a:t>
            </a:r>
            <a:r>
              <a:rPr dirty="0" sz="2600" spc="-5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referencing</a:t>
            </a:r>
            <a:r>
              <a:rPr dirty="0" sz="2600" spc="-5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real</a:t>
            </a:r>
            <a:r>
              <a:rPr dirty="0" sz="2600" spc="-5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projects,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names,</a:t>
            </a:r>
            <a:r>
              <a:rPr dirty="0" sz="2600" spc="-4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and</a:t>
            </a:r>
            <a:r>
              <a:rPr dirty="0" sz="2600" spc="-4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events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6148925"/>
            <a:ext cx="5076824" cy="28098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6596" y="6285910"/>
            <a:ext cx="904874" cy="6476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248120" y="6243429"/>
            <a:ext cx="237363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26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Times New Roman"/>
                <a:cs typeface="Times New Roman"/>
              </a:rPr>
              <a:t>Kits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6317" y="6148925"/>
            <a:ext cx="5076824" cy="28098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23102" y="6209756"/>
            <a:ext cx="914399" cy="9143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809436" y="6353874"/>
            <a:ext cx="31527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Polymorphic</a:t>
            </a:r>
            <a:r>
              <a:rPr dirty="0" sz="26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83934" y="6096000"/>
            <a:ext cx="5076824" cy="28098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95069" y="6185278"/>
            <a:ext cx="666749" cy="84772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356702" y="6934821"/>
            <a:ext cx="436181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Drag-and-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drop</a:t>
            </a:r>
            <a:r>
              <a:rPr dirty="0" sz="2600" spc="-1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tools</a:t>
            </a:r>
            <a:r>
              <a:rPr dirty="0" sz="2600" spc="-1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on</a:t>
            </a:r>
            <a:r>
              <a:rPr dirty="0" sz="2600" spc="-1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the</a:t>
            </a:r>
            <a:r>
              <a:rPr dirty="0" sz="2600" spc="-1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3131"/>
                </a:solidFill>
                <a:latin typeface="Times New Roman"/>
                <a:cs typeface="Times New Roman"/>
              </a:rPr>
              <a:t>dark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web</a:t>
            </a:r>
            <a:r>
              <a:rPr dirty="0" sz="2600" spc="-2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allow</a:t>
            </a:r>
            <a:r>
              <a:rPr dirty="0" sz="2600" spc="-2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even</a:t>
            </a:r>
            <a:r>
              <a:rPr dirty="0" sz="2600" spc="-1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non-technical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criminals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to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launch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sophisticated campaigns.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80053" y="7043923"/>
            <a:ext cx="466344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slightly</a:t>
            </a:r>
            <a:r>
              <a:rPr dirty="0" sz="2600" spc="-6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different</a:t>
            </a:r>
            <a:r>
              <a:rPr dirty="0" sz="2600" spc="-6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131"/>
                </a:solidFill>
                <a:latin typeface="Times New Roman"/>
                <a:cs typeface="Times New Roman"/>
              </a:rPr>
              <a:t>to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evade</a:t>
            </a:r>
            <a:r>
              <a:rPr dirty="0" sz="2600" spc="-3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signature-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based</a:t>
            </a:r>
            <a:r>
              <a:rPr dirty="0" sz="2600" spc="-3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spam</a:t>
            </a:r>
            <a:r>
              <a:rPr dirty="0" sz="2600" spc="-3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filters.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identical.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46785" y="6182393"/>
            <a:ext cx="4985385" cy="236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310640" marR="1043305">
              <a:lnSpc>
                <a:spcPct val="115399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QR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dirty="0" sz="26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Phishing (Quishing)</a:t>
            </a:r>
            <a:endParaRPr sz="26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115399"/>
              </a:lnSpc>
              <a:spcBef>
                <a:spcPts val="42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Malicious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QR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codes</a:t>
            </a:r>
            <a:r>
              <a:rPr dirty="0" sz="2600" spc="-5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bypass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email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filters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since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they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contain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no</a:t>
            </a:r>
            <a:r>
              <a:rPr dirty="0" sz="2600" spc="-4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clickable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URLs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scanning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leads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sites.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9862701"/>
            <a:ext cx="5076824" cy="424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87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REAL</a:t>
            </a:r>
            <a:r>
              <a:rPr dirty="0" spc="-265"/>
              <a:t> </a:t>
            </a:r>
            <a:r>
              <a:rPr dirty="0"/>
              <a:t>WORLD</a:t>
            </a:r>
            <a:r>
              <a:rPr dirty="0" spc="-215"/>
              <a:t> </a:t>
            </a:r>
            <a:r>
              <a:rPr dirty="0"/>
              <a:t>PHISHING</a:t>
            </a:r>
            <a:r>
              <a:rPr dirty="0" spc="-125"/>
              <a:t> </a:t>
            </a:r>
            <a:r>
              <a:rPr dirty="0"/>
              <a:t>CASE</a:t>
            </a:r>
            <a:r>
              <a:rPr dirty="0" spc="-130"/>
              <a:t> </a:t>
            </a:r>
            <a:r>
              <a:rPr dirty="0" spc="-10"/>
              <a:t>STUDIES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0" y="1688948"/>
            <a:ext cx="18278475" cy="8223884"/>
            <a:chOff x="0" y="1688948"/>
            <a:chExt cx="18278475" cy="8223884"/>
          </a:xfrm>
        </p:grpSpPr>
        <p:sp>
          <p:nvSpPr>
            <p:cNvPr id="3" name="object 3"/>
            <p:cNvSpPr/>
            <p:nvPr/>
          </p:nvSpPr>
          <p:spPr>
            <a:xfrm>
              <a:off x="0" y="1688948"/>
              <a:ext cx="18278475" cy="8223884"/>
            </a:xfrm>
            <a:custGeom>
              <a:avLst/>
              <a:gdLst/>
              <a:ahLst/>
              <a:cxnLst/>
              <a:rect l="l" t="t" r="r" b="b"/>
              <a:pathLst>
                <a:path w="18278475" h="8223884">
                  <a:moveTo>
                    <a:pt x="1827844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78445" y="0"/>
                  </a:lnTo>
                  <a:lnTo>
                    <a:pt x="1827844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1779335"/>
              <a:ext cx="16230599" cy="18859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5881058"/>
              <a:ext cx="16230599" cy="1885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3804353"/>
              <a:ext cx="16230599" cy="1885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7927193"/>
              <a:ext cx="16230599" cy="18859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35106" y="2070174"/>
              <a:ext cx="1457324" cy="13049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28700" y="1779335"/>
            <a:ext cx="4328160" cy="1884680"/>
          </a:xfrm>
          <a:prstGeom prst="rect">
            <a:avLst/>
          </a:prstGeom>
          <a:solidFill>
            <a:srgbClr val="7587C1"/>
          </a:solidFill>
        </p:spPr>
        <p:txBody>
          <a:bodyPr wrap="square" lIns="0" tIns="66675" rIns="0" bIns="0" rtlCol="0" vert="horz">
            <a:spAutoFit/>
          </a:bodyPr>
          <a:lstStyle/>
          <a:p>
            <a:pPr algn="ctr" marL="826135" marR="816610">
              <a:lnSpc>
                <a:spcPct val="115399"/>
              </a:lnSpc>
              <a:spcBef>
                <a:spcPts val="525"/>
              </a:spcBef>
            </a:pP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Google</a:t>
            </a:r>
            <a:r>
              <a:rPr dirty="0" sz="2600" spc="-3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&amp;</a:t>
            </a:r>
            <a:r>
              <a:rPr dirty="0" sz="2600" spc="-3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Facebook (2013–2015)</a:t>
            </a:r>
            <a:endParaRPr sz="26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1235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Loss:</a:t>
            </a:r>
            <a:r>
              <a:rPr dirty="0" sz="2600" spc="-5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$100M+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1718" y="1833424"/>
            <a:ext cx="9676765" cy="1530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3735" marR="1478915" indent="-340995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vendor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invoices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domain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impersonating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Quanta Computer.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Finance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employees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wired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funds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repeatedly.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950" spc="-270">
                <a:solidFill>
                  <a:srgbClr val="FFFFFF"/>
                </a:solidFill>
                <a:latin typeface="Segoe UI Symbol"/>
                <a:cs typeface="Segoe UI Symbol"/>
              </a:rPr>
              <a:t>💡</a:t>
            </a:r>
            <a:r>
              <a:rPr dirty="0" sz="2950" spc="16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verify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vendor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identity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channel.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8700" y="3823403"/>
            <a:ext cx="4328160" cy="1884680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24460" rIns="0" bIns="0" rtlCol="0" vert="horz">
            <a:spAutoFit/>
          </a:bodyPr>
          <a:lstStyle/>
          <a:p>
            <a:pPr algn="ctr" marR="98425">
              <a:lnSpc>
                <a:spcPct val="100000"/>
              </a:lnSpc>
              <a:spcBef>
                <a:spcPts val="980"/>
              </a:spcBef>
            </a:pPr>
            <a:r>
              <a:rPr dirty="0" sz="2600" spc="-20">
                <a:solidFill>
                  <a:srgbClr val="FF3131"/>
                </a:solidFill>
                <a:latin typeface="Times New Roman"/>
                <a:cs typeface="Times New Roman"/>
              </a:rPr>
              <a:t>Twitter</a:t>
            </a:r>
            <a:r>
              <a:rPr dirty="0" sz="26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Hack</a:t>
            </a:r>
            <a:r>
              <a:rPr dirty="0" sz="26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(2020)</a:t>
            </a:r>
            <a:endParaRPr sz="2600">
              <a:latin typeface="Times New Roman"/>
              <a:cs typeface="Times New Roman"/>
            </a:endParaRPr>
          </a:p>
          <a:p>
            <a:pPr algn="ctr" marR="98425">
              <a:lnSpc>
                <a:spcPct val="100000"/>
              </a:lnSpc>
              <a:spcBef>
                <a:spcPts val="2720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Loss:</a:t>
            </a:r>
            <a:r>
              <a:rPr dirty="0" sz="2600" spc="-5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BTC</a:t>
            </a:r>
            <a:r>
              <a:rPr dirty="0" sz="2600" spc="-5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131"/>
                </a:solidFill>
                <a:latin typeface="Times New Roman"/>
                <a:cs typeface="Times New Roman"/>
              </a:rPr>
              <a:t>Scam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35106" y="4095191"/>
            <a:ext cx="1457325" cy="5427980"/>
            <a:chOff x="15535106" y="4095191"/>
            <a:chExt cx="1457325" cy="54279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35106" y="8218031"/>
              <a:ext cx="1457324" cy="13049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35106" y="6171897"/>
              <a:ext cx="1457324" cy="13049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35106" y="4095191"/>
              <a:ext cx="1457324" cy="13049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84643" y="3874345"/>
            <a:ext cx="10027285" cy="177165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L="200660">
              <a:lnSpc>
                <a:spcPct val="100000"/>
              </a:lnSpc>
              <a:spcBef>
                <a:spcPts val="5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spear-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tricked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Twitter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employees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giving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admin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access.</a:t>
            </a:r>
            <a:endParaRPr sz="2600">
              <a:latin typeface="Times New Roman"/>
              <a:cs typeface="Times New Roman"/>
            </a:endParaRPr>
          </a:p>
          <a:p>
            <a:pPr algn="ctr" marL="200660">
              <a:lnSpc>
                <a:spcPts val="2860"/>
              </a:lnSpc>
              <a:spcBef>
                <a:spcPts val="4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Hackers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hijacked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celebrity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accounts.</a:t>
            </a:r>
            <a:endParaRPr sz="2600">
              <a:latin typeface="Times New Roman"/>
              <a:cs typeface="Times New Roman"/>
            </a:endParaRPr>
          </a:p>
          <a:p>
            <a:pPr algn="ctr" marR="1195070">
              <a:lnSpc>
                <a:spcPts val="3279"/>
              </a:lnSpc>
            </a:pPr>
            <a:r>
              <a:rPr dirty="0" sz="2950" spc="-270">
                <a:solidFill>
                  <a:srgbClr val="FFFFFF"/>
                </a:solidFill>
                <a:latin typeface="Segoe UI Symbol"/>
                <a:cs typeface="Segoe UI Symbol"/>
              </a:rPr>
              <a:t>💡</a:t>
            </a:r>
            <a:r>
              <a:rPr dirty="0" sz="2950" spc="32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tech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giants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fail.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Phone-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bypasses</a:t>
            </a:r>
            <a:endParaRPr sz="2600">
              <a:latin typeface="Times New Roman"/>
              <a:cs typeface="Times New Roman"/>
            </a:endParaRPr>
          </a:p>
          <a:p>
            <a:pPr algn="ctr" marR="1195070">
              <a:lnSpc>
                <a:spcPct val="100000"/>
              </a:lnSpc>
              <a:spcBef>
                <a:spcPts val="409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filters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entirely.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8700" y="5881058"/>
            <a:ext cx="4328160" cy="1884680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96850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1550"/>
              </a:spcBef>
            </a:pP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Sony</a:t>
            </a:r>
            <a:r>
              <a:rPr dirty="0" sz="2600" spc="-6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Pictures</a:t>
            </a:r>
            <a:r>
              <a:rPr dirty="0" sz="2600" spc="-55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(2014)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  <a:spcBef>
                <a:spcPts val="5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Loss:</a:t>
            </a:r>
            <a:r>
              <a:rPr dirty="0" sz="2600" spc="-5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Breach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6223" y="5861269"/>
            <a:ext cx="9922510" cy="1602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4945" marR="5080" indent="-2380615">
              <a:lnSpc>
                <a:spcPct val="115399"/>
              </a:lnSpc>
              <a:spcBef>
                <a:spcPts val="100"/>
              </a:spcBef>
            </a:pP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Spear-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executives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full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compromise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terabytes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confidential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stolen.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2950" spc="-270">
                <a:solidFill>
                  <a:srgbClr val="FFFFFF"/>
                </a:solidFill>
                <a:latin typeface="Segoe UI Symbol"/>
                <a:cs typeface="Segoe UI Symbol"/>
              </a:rPr>
              <a:t>💡</a:t>
            </a:r>
            <a:r>
              <a:rPr dirty="0" sz="2950" spc="3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Executive-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targeted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(whaling)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destroy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organizations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8700" y="7927192"/>
            <a:ext cx="4328160" cy="1884680"/>
          </a:xfrm>
          <a:prstGeom prst="rect">
            <a:avLst/>
          </a:prstGeom>
          <a:solidFill>
            <a:srgbClr val="7587C1"/>
          </a:solidFill>
        </p:spPr>
        <p:txBody>
          <a:bodyPr wrap="square" lIns="0" tIns="122555" rIns="0" bIns="0" rtlCol="0" vert="horz">
            <a:spAutoFit/>
          </a:bodyPr>
          <a:lstStyle/>
          <a:p>
            <a:pPr algn="ctr" marL="13335">
              <a:lnSpc>
                <a:spcPct val="100000"/>
              </a:lnSpc>
              <a:spcBef>
                <a:spcPts val="965"/>
              </a:spcBef>
            </a:pP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Colonial</a:t>
            </a:r>
            <a:r>
              <a:rPr dirty="0" sz="2600" spc="-8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3131"/>
                </a:solidFill>
                <a:latin typeface="Times New Roman"/>
                <a:cs typeface="Times New Roman"/>
              </a:rPr>
              <a:t>Pipeline</a:t>
            </a:r>
            <a:r>
              <a:rPr dirty="0" sz="2600" spc="-80">
                <a:solidFill>
                  <a:srgbClr val="FF3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3131"/>
                </a:solidFill>
                <a:latin typeface="Times New Roman"/>
                <a:cs typeface="Times New Roman"/>
              </a:rPr>
              <a:t>(2021)</a:t>
            </a:r>
            <a:endParaRPr sz="2600">
              <a:latin typeface="Times New Roman"/>
              <a:cs typeface="Times New Roman"/>
            </a:endParaRPr>
          </a:p>
          <a:p>
            <a:pPr algn="ctr" marR="98425">
              <a:lnSpc>
                <a:spcPct val="100000"/>
              </a:lnSpc>
              <a:spcBef>
                <a:spcPts val="1545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Loss:</a:t>
            </a:r>
            <a:r>
              <a:rPr dirty="0" sz="2600" spc="-5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$4.4M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16493" y="8061800"/>
            <a:ext cx="9386570" cy="1756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23545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Attackers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accessed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VPN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leaked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password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likely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obtained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via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phishing.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fuel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supply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disruption.</a:t>
            </a:r>
            <a:endParaRPr sz="2600">
              <a:latin typeface="Times New Roman"/>
              <a:cs typeface="Times New Roman"/>
            </a:endParaRPr>
          </a:p>
          <a:p>
            <a:pPr algn="ctr" marR="1158875">
              <a:lnSpc>
                <a:spcPts val="2895"/>
              </a:lnSpc>
            </a:pPr>
            <a:r>
              <a:rPr dirty="0" sz="2950" spc="-270">
                <a:solidFill>
                  <a:srgbClr val="FFFFFF"/>
                </a:solidFill>
                <a:latin typeface="Segoe UI Symbol"/>
                <a:cs typeface="Segoe UI Symbol"/>
              </a:rPr>
              <a:t>💡</a:t>
            </a:r>
            <a:r>
              <a:rPr dirty="0" sz="2950" spc="1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phished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credential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shut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down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critical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national</a:t>
            </a:r>
            <a:endParaRPr sz="2600">
              <a:latin typeface="Times New Roman"/>
              <a:cs typeface="Times New Roman"/>
            </a:endParaRPr>
          </a:p>
          <a:p>
            <a:pPr algn="ctr" marR="1158875">
              <a:lnSpc>
                <a:spcPct val="100000"/>
              </a:lnSpc>
              <a:spcBef>
                <a:spcPts val="409"/>
              </a:spcBef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infrastructure.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96959" y="211886"/>
            <a:ext cx="923924" cy="1228724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443" rIns="0" bIns="0" rtlCol="0" vert="horz">
            <a:spAutoFit/>
          </a:bodyPr>
          <a:lstStyle/>
          <a:p>
            <a:pPr marL="1521460">
              <a:lnSpc>
                <a:spcPct val="100000"/>
              </a:lnSpc>
              <a:spcBef>
                <a:spcPts val="100"/>
              </a:spcBef>
            </a:pPr>
            <a:r>
              <a:rPr dirty="0"/>
              <a:t>BEST</a:t>
            </a:r>
            <a:r>
              <a:rPr dirty="0" spc="-275"/>
              <a:t> </a:t>
            </a:r>
            <a:r>
              <a:rPr dirty="0"/>
              <a:t>PRACTICES</a:t>
            </a:r>
            <a:r>
              <a:rPr dirty="0" spc="-185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 spc="-240"/>
              <a:t>STAY</a:t>
            </a:r>
            <a:r>
              <a:rPr dirty="0" spc="-175"/>
              <a:t> </a:t>
            </a:r>
            <a:r>
              <a:rPr dirty="0" spc="-20"/>
              <a:t>SAFE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0" y="1688948"/>
            <a:ext cx="18278475" cy="8223884"/>
            <a:chOff x="0" y="1688948"/>
            <a:chExt cx="18278475" cy="8223884"/>
          </a:xfrm>
        </p:grpSpPr>
        <p:sp>
          <p:nvSpPr>
            <p:cNvPr id="3" name="object 3"/>
            <p:cNvSpPr/>
            <p:nvPr/>
          </p:nvSpPr>
          <p:spPr>
            <a:xfrm>
              <a:off x="0" y="1688948"/>
              <a:ext cx="18278475" cy="8223884"/>
            </a:xfrm>
            <a:custGeom>
              <a:avLst/>
              <a:gdLst/>
              <a:ahLst/>
              <a:cxnLst/>
              <a:rect l="l" t="t" r="r" b="b"/>
              <a:pathLst>
                <a:path w="18278475" h="8223884">
                  <a:moveTo>
                    <a:pt x="1827844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78445" y="0"/>
                  </a:lnTo>
                  <a:lnTo>
                    <a:pt x="1827844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846600"/>
              <a:ext cx="16516348" cy="5886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2927" y="7257067"/>
              <a:ext cx="714374" cy="13478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2927" y="6252116"/>
              <a:ext cx="714374" cy="6762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2927" y="5247165"/>
              <a:ext cx="714374" cy="6762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2927" y="3570637"/>
              <a:ext cx="714374" cy="13478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61360" y="2741047"/>
            <a:ext cx="5908040" cy="1301115"/>
          </a:xfrm>
          <a:prstGeom prst="rect">
            <a:avLst/>
          </a:prstGeom>
        </p:spPr>
        <p:txBody>
          <a:bodyPr wrap="square" lIns="0" tIns="242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2950" spc="380">
                <a:latin typeface="Segoe UI Symbol"/>
                <a:cs typeface="Segoe UI Symbol"/>
              </a:rPr>
              <a:t>✅ </a:t>
            </a:r>
            <a:r>
              <a:rPr dirty="0" sz="2600" spc="-25">
                <a:latin typeface="Times New Roman"/>
                <a:cs typeface="Times New Roman"/>
              </a:rPr>
              <a:t>DO</a:t>
            </a:r>
            <a:endParaRPr sz="2600">
              <a:latin typeface="Times New Roman"/>
              <a:cs typeface="Times New Roman"/>
            </a:endParaRPr>
          </a:p>
          <a:p>
            <a:pPr marL="707390">
              <a:lnSpc>
                <a:spcPct val="100000"/>
              </a:lnSpc>
              <a:spcBef>
                <a:spcPts val="1575"/>
              </a:spcBef>
            </a:pPr>
            <a:r>
              <a:rPr dirty="0" sz="2600" spc="-35">
                <a:latin typeface="Times New Roman"/>
                <a:cs typeface="Times New Roman"/>
              </a:rPr>
              <a:t>Verify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sender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email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addresses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carefully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86297" y="2915755"/>
            <a:ext cx="157797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latin typeface="Segoe UI Symbol"/>
                <a:cs typeface="Segoe UI Symbol"/>
              </a:rPr>
              <a:t>❌</a:t>
            </a:r>
            <a:r>
              <a:rPr dirty="0" sz="2950" spc="390">
                <a:latin typeface="Segoe UI Symbol"/>
                <a:cs typeface="Segoe UI Symbol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DON'T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38994" y="3621494"/>
            <a:ext cx="492125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4708" sz="4425" spc="525">
                <a:latin typeface="Segoe UI Symbol"/>
                <a:cs typeface="Segoe UI Symbol"/>
              </a:rPr>
              <a:t>❌</a:t>
            </a:r>
            <a:r>
              <a:rPr dirty="0" baseline="-4708" sz="4425" spc="644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Click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links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unexpected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emails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15" y="4489672"/>
            <a:ext cx="57308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Enable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Multi-</a:t>
            </a:r>
            <a:r>
              <a:rPr dirty="0" sz="2600" spc="-10">
                <a:latin typeface="Times New Roman"/>
                <a:cs typeface="Times New Roman"/>
              </a:rPr>
              <a:t>Factor</a:t>
            </a:r>
            <a:r>
              <a:rPr dirty="0" sz="2600" spc="-1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Authentication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(MFA)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38994" y="4433279"/>
            <a:ext cx="607949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1883" sz="4425" spc="525">
                <a:latin typeface="Segoe UI Symbol"/>
                <a:cs typeface="Segoe UI Symbol"/>
              </a:rPr>
              <a:t>❌</a:t>
            </a:r>
            <a:r>
              <a:rPr dirty="0" baseline="1883" sz="4425" spc="450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Open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attachments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unknown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senders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2468" y="5280883"/>
            <a:ext cx="60242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Use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unique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passwords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+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password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manager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13594" y="5167340"/>
            <a:ext cx="541020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357" sz="4425" spc="525">
                <a:latin typeface="Segoe UI Symbol"/>
                <a:cs typeface="Segoe UI Symbol"/>
              </a:rPr>
              <a:t>❌</a:t>
            </a:r>
            <a:r>
              <a:rPr dirty="0" baseline="-10357" sz="4425" spc="390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Enter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credentials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unfamiliar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sites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2646" y="6321268"/>
            <a:ext cx="56819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Think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before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you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click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—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hover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over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links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38994" y="6302974"/>
            <a:ext cx="6195060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latin typeface="Segoe UI Symbol"/>
                <a:cs typeface="Segoe UI Symbol"/>
              </a:rPr>
              <a:t>❌</a:t>
            </a:r>
            <a:r>
              <a:rPr dirty="0" sz="2950" spc="280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Share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passwords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OTPs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via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phone/email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02313" y="7319360"/>
            <a:ext cx="52514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Report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suspicious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emails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IT/Security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38994" y="7272492"/>
            <a:ext cx="504380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50">
                <a:latin typeface="Segoe UI Symbol"/>
                <a:cs typeface="Segoe UI Symbol"/>
              </a:rPr>
              <a:t>❌</a:t>
            </a:r>
            <a:r>
              <a:rPr dirty="0" sz="2950" spc="459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Ignore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browser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warnings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81279" y="8026370"/>
            <a:ext cx="51225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imes New Roman"/>
                <a:cs typeface="Times New Roman"/>
              </a:rPr>
              <a:t>Keep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antivirus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up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date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38994" y="8044653"/>
            <a:ext cx="568388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2824" sz="4425" spc="525">
                <a:latin typeface="Segoe UI Symbol"/>
                <a:cs typeface="Segoe UI Symbol"/>
              </a:rPr>
              <a:t>❌</a:t>
            </a:r>
            <a:r>
              <a:rPr dirty="0" baseline="2824" sz="4425" spc="195">
                <a:latin typeface="Segoe UI Symbol"/>
                <a:cs typeface="Segoe UI Symbol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public</a:t>
            </a:r>
            <a:r>
              <a:rPr dirty="0" sz="2600" spc="-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WiFi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sensitive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accounts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87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/>
              <a:t>IF</a:t>
            </a:r>
            <a:r>
              <a:rPr dirty="0" spc="-290"/>
              <a:t> </a:t>
            </a:r>
            <a:r>
              <a:rPr dirty="0"/>
              <a:t>YOU’VE</a:t>
            </a:r>
            <a:r>
              <a:rPr dirty="0" spc="-105"/>
              <a:t> </a:t>
            </a:r>
            <a:r>
              <a:rPr dirty="0"/>
              <a:t>BEEN</a:t>
            </a:r>
            <a:r>
              <a:rPr dirty="0" spc="-100"/>
              <a:t> </a:t>
            </a:r>
            <a:r>
              <a:rPr dirty="0" spc="-30"/>
              <a:t>PHISHED-</a:t>
            </a:r>
            <a:r>
              <a:rPr dirty="0"/>
              <a:t>-</a:t>
            </a:r>
            <a:r>
              <a:rPr dirty="0" spc="-290"/>
              <a:t> </a:t>
            </a:r>
            <a:r>
              <a:rPr dirty="0"/>
              <a:t>ACT</a:t>
            </a:r>
            <a:r>
              <a:rPr dirty="0" spc="-170"/>
              <a:t> </a:t>
            </a:r>
            <a:r>
              <a:rPr dirty="0" spc="-20"/>
              <a:t>FAST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0" y="1688948"/>
            <a:ext cx="18278475" cy="8223884"/>
            <a:chOff x="0" y="1688948"/>
            <a:chExt cx="18278475" cy="8223884"/>
          </a:xfrm>
        </p:grpSpPr>
        <p:sp>
          <p:nvSpPr>
            <p:cNvPr id="3" name="object 3"/>
            <p:cNvSpPr/>
            <p:nvPr/>
          </p:nvSpPr>
          <p:spPr>
            <a:xfrm>
              <a:off x="0" y="1688948"/>
              <a:ext cx="18278475" cy="8223884"/>
            </a:xfrm>
            <a:custGeom>
              <a:avLst/>
              <a:gdLst/>
              <a:ahLst/>
              <a:cxnLst/>
              <a:rect l="l" t="t" r="r" b="b"/>
              <a:pathLst>
                <a:path w="18278475" h="8223884">
                  <a:moveTo>
                    <a:pt x="1827844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78445" y="0"/>
                  </a:lnTo>
                  <a:lnTo>
                    <a:pt x="1827844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299552"/>
              <a:ext cx="4981574" cy="3505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1923" y="2299552"/>
              <a:ext cx="4981574" cy="3505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6193585"/>
              <a:ext cx="4981574" cy="35051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5311" y="2299552"/>
              <a:ext cx="4981574" cy="3505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5311" y="6193585"/>
              <a:ext cx="4981574" cy="3505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1923" y="6193585"/>
              <a:ext cx="4981574" cy="3505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87744" y="2623025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566" y="1051132"/>
                  </a:moveTo>
                  <a:lnTo>
                    <a:pt x="477729" y="1048984"/>
                  </a:lnTo>
                  <a:lnTo>
                    <a:pt x="431095" y="1042665"/>
                  </a:lnTo>
                  <a:lnTo>
                    <a:pt x="385850" y="1032358"/>
                  </a:lnTo>
                  <a:lnTo>
                    <a:pt x="342179" y="1018251"/>
                  </a:lnTo>
                  <a:lnTo>
                    <a:pt x="300268" y="1000529"/>
                  </a:lnTo>
                  <a:lnTo>
                    <a:pt x="260302" y="979377"/>
                  </a:lnTo>
                  <a:lnTo>
                    <a:pt x="222468" y="954981"/>
                  </a:lnTo>
                  <a:lnTo>
                    <a:pt x="186950" y="927526"/>
                  </a:lnTo>
                  <a:lnTo>
                    <a:pt x="153934" y="897197"/>
                  </a:lnTo>
                  <a:lnTo>
                    <a:pt x="123606" y="864182"/>
                  </a:lnTo>
                  <a:lnTo>
                    <a:pt x="96151" y="828664"/>
                  </a:lnTo>
                  <a:lnTo>
                    <a:pt x="71755" y="790829"/>
                  </a:lnTo>
                  <a:lnTo>
                    <a:pt x="50603" y="750864"/>
                  </a:lnTo>
                  <a:lnTo>
                    <a:pt x="32880" y="708953"/>
                  </a:lnTo>
                  <a:lnTo>
                    <a:pt x="18773" y="665282"/>
                  </a:lnTo>
                  <a:lnTo>
                    <a:pt x="8467" y="620037"/>
                  </a:lnTo>
                  <a:lnTo>
                    <a:pt x="2147" y="573403"/>
                  </a:lnTo>
                  <a:lnTo>
                    <a:pt x="0" y="525566"/>
                  </a:lnTo>
                  <a:lnTo>
                    <a:pt x="2147" y="477728"/>
                  </a:lnTo>
                  <a:lnTo>
                    <a:pt x="8467" y="431095"/>
                  </a:lnTo>
                  <a:lnTo>
                    <a:pt x="18773" y="385849"/>
                  </a:lnTo>
                  <a:lnTo>
                    <a:pt x="32880" y="342179"/>
                  </a:lnTo>
                  <a:lnTo>
                    <a:pt x="50603" y="300268"/>
                  </a:lnTo>
                  <a:lnTo>
                    <a:pt x="71755" y="260302"/>
                  </a:lnTo>
                  <a:lnTo>
                    <a:pt x="96151" y="222468"/>
                  </a:lnTo>
                  <a:lnTo>
                    <a:pt x="123606" y="186950"/>
                  </a:lnTo>
                  <a:lnTo>
                    <a:pt x="153934" y="153934"/>
                  </a:lnTo>
                  <a:lnTo>
                    <a:pt x="186950" y="123606"/>
                  </a:lnTo>
                  <a:lnTo>
                    <a:pt x="222468" y="96151"/>
                  </a:lnTo>
                  <a:lnTo>
                    <a:pt x="260302" y="71755"/>
                  </a:lnTo>
                  <a:lnTo>
                    <a:pt x="300268" y="50603"/>
                  </a:lnTo>
                  <a:lnTo>
                    <a:pt x="342179" y="32880"/>
                  </a:lnTo>
                  <a:lnTo>
                    <a:pt x="385850" y="18773"/>
                  </a:lnTo>
                  <a:lnTo>
                    <a:pt x="431095" y="8467"/>
                  </a:lnTo>
                  <a:lnTo>
                    <a:pt x="477729" y="2147"/>
                  </a:lnTo>
                  <a:lnTo>
                    <a:pt x="525566" y="0"/>
                  </a:lnTo>
                  <a:lnTo>
                    <a:pt x="573403" y="2147"/>
                  </a:lnTo>
                  <a:lnTo>
                    <a:pt x="620037" y="8467"/>
                  </a:lnTo>
                  <a:lnTo>
                    <a:pt x="665282" y="18773"/>
                  </a:lnTo>
                  <a:lnTo>
                    <a:pt x="708953" y="32880"/>
                  </a:lnTo>
                  <a:lnTo>
                    <a:pt x="750864" y="50603"/>
                  </a:lnTo>
                  <a:lnTo>
                    <a:pt x="790829" y="71755"/>
                  </a:lnTo>
                  <a:lnTo>
                    <a:pt x="828664" y="96151"/>
                  </a:lnTo>
                  <a:lnTo>
                    <a:pt x="864182" y="123606"/>
                  </a:lnTo>
                  <a:lnTo>
                    <a:pt x="897197" y="153934"/>
                  </a:lnTo>
                  <a:lnTo>
                    <a:pt x="927526" y="186950"/>
                  </a:lnTo>
                  <a:lnTo>
                    <a:pt x="954981" y="222468"/>
                  </a:lnTo>
                  <a:lnTo>
                    <a:pt x="979377" y="260302"/>
                  </a:lnTo>
                  <a:lnTo>
                    <a:pt x="1000529" y="300268"/>
                  </a:lnTo>
                  <a:lnTo>
                    <a:pt x="1018252" y="342179"/>
                  </a:lnTo>
                  <a:lnTo>
                    <a:pt x="1032359" y="385849"/>
                  </a:lnTo>
                  <a:lnTo>
                    <a:pt x="1042665" y="431095"/>
                  </a:lnTo>
                  <a:lnTo>
                    <a:pt x="1048984" y="477728"/>
                  </a:lnTo>
                  <a:lnTo>
                    <a:pt x="1051132" y="525566"/>
                  </a:lnTo>
                  <a:lnTo>
                    <a:pt x="1048984" y="573403"/>
                  </a:lnTo>
                  <a:lnTo>
                    <a:pt x="1042665" y="620037"/>
                  </a:lnTo>
                  <a:lnTo>
                    <a:pt x="1032359" y="665282"/>
                  </a:lnTo>
                  <a:lnTo>
                    <a:pt x="1018252" y="708953"/>
                  </a:lnTo>
                  <a:lnTo>
                    <a:pt x="1000529" y="750864"/>
                  </a:lnTo>
                  <a:lnTo>
                    <a:pt x="979377" y="790829"/>
                  </a:lnTo>
                  <a:lnTo>
                    <a:pt x="954981" y="828664"/>
                  </a:lnTo>
                  <a:lnTo>
                    <a:pt x="927526" y="864182"/>
                  </a:lnTo>
                  <a:lnTo>
                    <a:pt x="897197" y="897197"/>
                  </a:lnTo>
                  <a:lnTo>
                    <a:pt x="864182" y="927526"/>
                  </a:lnTo>
                  <a:lnTo>
                    <a:pt x="828664" y="954981"/>
                  </a:lnTo>
                  <a:lnTo>
                    <a:pt x="790829" y="979377"/>
                  </a:lnTo>
                  <a:lnTo>
                    <a:pt x="750864" y="1000529"/>
                  </a:lnTo>
                  <a:lnTo>
                    <a:pt x="708953" y="1018251"/>
                  </a:lnTo>
                  <a:lnTo>
                    <a:pt x="665282" y="1032358"/>
                  </a:lnTo>
                  <a:lnTo>
                    <a:pt x="620037" y="1042665"/>
                  </a:lnTo>
                  <a:lnTo>
                    <a:pt x="573403" y="1048984"/>
                  </a:lnTo>
                  <a:lnTo>
                    <a:pt x="525566" y="1051132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89382" y="2832637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88440" y="2901005"/>
            <a:ext cx="14103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Stay</a:t>
            </a:r>
            <a:r>
              <a:rPr dirty="0" sz="2600" spc="-4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131"/>
                </a:solidFill>
                <a:latin typeface="Times New Roman"/>
                <a:cs typeface="Times New Roman"/>
              </a:rPr>
              <a:t>Calm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65054" y="2623025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051559" h="1051560">
                <a:moveTo>
                  <a:pt x="525566" y="1051132"/>
                </a:moveTo>
                <a:lnTo>
                  <a:pt x="477729" y="1048984"/>
                </a:lnTo>
                <a:lnTo>
                  <a:pt x="431095" y="1042665"/>
                </a:lnTo>
                <a:lnTo>
                  <a:pt x="385849" y="1032358"/>
                </a:lnTo>
                <a:lnTo>
                  <a:pt x="342179" y="1018251"/>
                </a:lnTo>
                <a:lnTo>
                  <a:pt x="300268" y="1000529"/>
                </a:lnTo>
                <a:lnTo>
                  <a:pt x="260302" y="979377"/>
                </a:lnTo>
                <a:lnTo>
                  <a:pt x="222468" y="954981"/>
                </a:lnTo>
                <a:lnTo>
                  <a:pt x="186950" y="927526"/>
                </a:lnTo>
                <a:lnTo>
                  <a:pt x="153934" y="897197"/>
                </a:lnTo>
                <a:lnTo>
                  <a:pt x="123606" y="864182"/>
                </a:lnTo>
                <a:lnTo>
                  <a:pt x="96151" y="828664"/>
                </a:lnTo>
                <a:lnTo>
                  <a:pt x="71755" y="790829"/>
                </a:lnTo>
                <a:lnTo>
                  <a:pt x="50603" y="750864"/>
                </a:lnTo>
                <a:lnTo>
                  <a:pt x="32880" y="708953"/>
                </a:lnTo>
                <a:lnTo>
                  <a:pt x="18773" y="665282"/>
                </a:lnTo>
                <a:lnTo>
                  <a:pt x="8467" y="620037"/>
                </a:lnTo>
                <a:lnTo>
                  <a:pt x="2147" y="573403"/>
                </a:lnTo>
                <a:lnTo>
                  <a:pt x="0" y="525566"/>
                </a:lnTo>
                <a:lnTo>
                  <a:pt x="2147" y="477728"/>
                </a:lnTo>
                <a:lnTo>
                  <a:pt x="8467" y="431095"/>
                </a:lnTo>
                <a:lnTo>
                  <a:pt x="18773" y="385849"/>
                </a:lnTo>
                <a:lnTo>
                  <a:pt x="32880" y="342179"/>
                </a:lnTo>
                <a:lnTo>
                  <a:pt x="50603" y="300268"/>
                </a:lnTo>
                <a:lnTo>
                  <a:pt x="71755" y="260302"/>
                </a:lnTo>
                <a:lnTo>
                  <a:pt x="96151" y="222468"/>
                </a:lnTo>
                <a:lnTo>
                  <a:pt x="123606" y="186950"/>
                </a:lnTo>
                <a:lnTo>
                  <a:pt x="153934" y="153934"/>
                </a:lnTo>
                <a:lnTo>
                  <a:pt x="186950" y="123606"/>
                </a:lnTo>
                <a:lnTo>
                  <a:pt x="222468" y="96151"/>
                </a:lnTo>
                <a:lnTo>
                  <a:pt x="260302" y="71755"/>
                </a:lnTo>
                <a:lnTo>
                  <a:pt x="300268" y="50603"/>
                </a:lnTo>
                <a:lnTo>
                  <a:pt x="342179" y="32880"/>
                </a:lnTo>
                <a:lnTo>
                  <a:pt x="385849" y="18773"/>
                </a:lnTo>
                <a:lnTo>
                  <a:pt x="431095" y="8467"/>
                </a:lnTo>
                <a:lnTo>
                  <a:pt x="477729" y="2147"/>
                </a:lnTo>
                <a:lnTo>
                  <a:pt x="525566" y="0"/>
                </a:lnTo>
                <a:lnTo>
                  <a:pt x="573403" y="2147"/>
                </a:lnTo>
                <a:lnTo>
                  <a:pt x="620037" y="8467"/>
                </a:lnTo>
                <a:lnTo>
                  <a:pt x="665282" y="18773"/>
                </a:lnTo>
                <a:lnTo>
                  <a:pt x="708953" y="32880"/>
                </a:lnTo>
                <a:lnTo>
                  <a:pt x="750864" y="50603"/>
                </a:lnTo>
                <a:lnTo>
                  <a:pt x="790829" y="71755"/>
                </a:lnTo>
                <a:lnTo>
                  <a:pt x="828664" y="96151"/>
                </a:lnTo>
                <a:lnTo>
                  <a:pt x="864182" y="123606"/>
                </a:lnTo>
                <a:lnTo>
                  <a:pt x="897197" y="153934"/>
                </a:lnTo>
                <a:lnTo>
                  <a:pt x="927526" y="186950"/>
                </a:lnTo>
                <a:lnTo>
                  <a:pt x="954981" y="222468"/>
                </a:lnTo>
                <a:lnTo>
                  <a:pt x="979377" y="260302"/>
                </a:lnTo>
                <a:lnTo>
                  <a:pt x="1000529" y="300268"/>
                </a:lnTo>
                <a:lnTo>
                  <a:pt x="1018251" y="342179"/>
                </a:lnTo>
                <a:lnTo>
                  <a:pt x="1032358" y="385849"/>
                </a:lnTo>
                <a:lnTo>
                  <a:pt x="1042665" y="431095"/>
                </a:lnTo>
                <a:lnTo>
                  <a:pt x="1048984" y="477728"/>
                </a:lnTo>
                <a:lnTo>
                  <a:pt x="1051132" y="525566"/>
                </a:lnTo>
                <a:lnTo>
                  <a:pt x="1048984" y="573403"/>
                </a:lnTo>
                <a:lnTo>
                  <a:pt x="1042665" y="620037"/>
                </a:lnTo>
                <a:lnTo>
                  <a:pt x="1032358" y="665282"/>
                </a:lnTo>
                <a:lnTo>
                  <a:pt x="1018251" y="708953"/>
                </a:lnTo>
                <a:lnTo>
                  <a:pt x="1000529" y="750864"/>
                </a:lnTo>
                <a:lnTo>
                  <a:pt x="979377" y="790829"/>
                </a:lnTo>
                <a:lnTo>
                  <a:pt x="954981" y="828664"/>
                </a:lnTo>
                <a:lnTo>
                  <a:pt x="927526" y="864182"/>
                </a:lnTo>
                <a:lnTo>
                  <a:pt x="897197" y="897197"/>
                </a:lnTo>
                <a:lnTo>
                  <a:pt x="864182" y="927526"/>
                </a:lnTo>
                <a:lnTo>
                  <a:pt x="828664" y="954981"/>
                </a:lnTo>
                <a:lnTo>
                  <a:pt x="790829" y="979377"/>
                </a:lnTo>
                <a:lnTo>
                  <a:pt x="750864" y="1000529"/>
                </a:lnTo>
                <a:lnTo>
                  <a:pt x="708953" y="1018251"/>
                </a:lnTo>
                <a:lnTo>
                  <a:pt x="665282" y="1032358"/>
                </a:lnTo>
                <a:lnTo>
                  <a:pt x="620037" y="1042665"/>
                </a:lnTo>
                <a:lnTo>
                  <a:pt x="573403" y="1048984"/>
                </a:lnTo>
                <a:lnTo>
                  <a:pt x="525566" y="1051132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11178" y="2832637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65410" y="2910530"/>
            <a:ext cx="151066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Disconnect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689964" y="2623025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051559" h="1051560">
                <a:moveTo>
                  <a:pt x="525565" y="1051132"/>
                </a:moveTo>
                <a:lnTo>
                  <a:pt x="477728" y="1048984"/>
                </a:lnTo>
                <a:lnTo>
                  <a:pt x="431094" y="1042665"/>
                </a:lnTo>
                <a:lnTo>
                  <a:pt x="385849" y="1032358"/>
                </a:lnTo>
                <a:lnTo>
                  <a:pt x="342179" y="1018251"/>
                </a:lnTo>
                <a:lnTo>
                  <a:pt x="300268" y="1000529"/>
                </a:lnTo>
                <a:lnTo>
                  <a:pt x="260303" y="979377"/>
                </a:lnTo>
                <a:lnTo>
                  <a:pt x="222468" y="954981"/>
                </a:lnTo>
                <a:lnTo>
                  <a:pt x="186950" y="927526"/>
                </a:lnTo>
                <a:lnTo>
                  <a:pt x="153934" y="897197"/>
                </a:lnTo>
                <a:lnTo>
                  <a:pt x="123606" y="864182"/>
                </a:lnTo>
                <a:lnTo>
                  <a:pt x="96151" y="828664"/>
                </a:lnTo>
                <a:lnTo>
                  <a:pt x="71755" y="790829"/>
                </a:lnTo>
                <a:lnTo>
                  <a:pt x="50603" y="750864"/>
                </a:lnTo>
                <a:lnTo>
                  <a:pt x="32880" y="708953"/>
                </a:lnTo>
                <a:lnTo>
                  <a:pt x="18773" y="665282"/>
                </a:lnTo>
                <a:lnTo>
                  <a:pt x="8467" y="620037"/>
                </a:lnTo>
                <a:lnTo>
                  <a:pt x="2147" y="573403"/>
                </a:lnTo>
                <a:lnTo>
                  <a:pt x="0" y="525566"/>
                </a:lnTo>
                <a:lnTo>
                  <a:pt x="2147" y="477728"/>
                </a:lnTo>
                <a:lnTo>
                  <a:pt x="8467" y="431095"/>
                </a:lnTo>
                <a:lnTo>
                  <a:pt x="18773" y="385849"/>
                </a:lnTo>
                <a:lnTo>
                  <a:pt x="32880" y="342179"/>
                </a:lnTo>
                <a:lnTo>
                  <a:pt x="50603" y="300268"/>
                </a:lnTo>
                <a:lnTo>
                  <a:pt x="71755" y="260302"/>
                </a:lnTo>
                <a:lnTo>
                  <a:pt x="96151" y="222468"/>
                </a:lnTo>
                <a:lnTo>
                  <a:pt x="123606" y="186950"/>
                </a:lnTo>
                <a:lnTo>
                  <a:pt x="153934" y="153934"/>
                </a:lnTo>
                <a:lnTo>
                  <a:pt x="186950" y="123606"/>
                </a:lnTo>
                <a:lnTo>
                  <a:pt x="222468" y="96151"/>
                </a:lnTo>
                <a:lnTo>
                  <a:pt x="260303" y="71755"/>
                </a:lnTo>
                <a:lnTo>
                  <a:pt x="300268" y="50603"/>
                </a:lnTo>
                <a:lnTo>
                  <a:pt x="342179" y="32880"/>
                </a:lnTo>
                <a:lnTo>
                  <a:pt x="385849" y="18773"/>
                </a:lnTo>
                <a:lnTo>
                  <a:pt x="431094" y="8467"/>
                </a:lnTo>
                <a:lnTo>
                  <a:pt x="477728" y="2147"/>
                </a:lnTo>
                <a:lnTo>
                  <a:pt x="525565" y="0"/>
                </a:lnTo>
                <a:lnTo>
                  <a:pt x="573402" y="2147"/>
                </a:lnTo>
                <a:lnTo>
                  <a:pt x="620037" y="8467"/>
                </a:lnTo>
                <a:lnTo>
                  <a:pt x="665282" y="18773"/>
                </a:lnTo>
                <a:lnTo>
                  <a:pt x="708953" y="32880"/>
                </a:lnTo>
                <a:lnTo>
                  <a:pt x="750863" y="50603"/>
                </a:lnTo>
                <a:lnTo>
                  <a:pt x="790829" y="71755"/>
                </a:lnTo>
                <a:lnTo>
                  <a:pt x="828663" y="96151"/>
                </a:lnTo>
                <a:lnTo>
                  <a:pt x="864181" y="123606"/>
                </a:lnTo>
                <a:lnTo>
                  <a:pt x="897197" y="153934"/>
                </a:lnTo>
                <a:lnTo>
                  <a:pt x="927526" y="186950"/>
                </a:lnTo>
                <a:lnTo>
                  <a:pt x="954981" y="222468"/>
                </a:lnTo>
                <a:lnTo>
                  <a:pt x="979377" y="260302"/>
                </a:lnTo>
                <a:lnTo>
                  <a:pt x="1000529" y="300268"/>
                </a:lnTo>
                <a:lnTo>
                  <a:pt x="1018252" y="342179"/>
                </a:lnTo>
                <a:lnTo>
                  <a:pt x="1032359" y="385849"/>
                </a:lnTo>
                <a:lnTo>
                  <a:pt x="1042665" y="431095"/>
                </a:lnTo>
                <a:lnTo>
                  <a:pt x="1048985" y="477728"/>
                </a:lnTo>
                <a:lnTo>
                  <a:pt x="1051132" y="525566"/>
                </a:lnTo>
                <a:lnTo>
                  <a:pt x="1048985" y="573403"/>
                </a:lnTo>
                <a:lnTo>
                  <a:pt x="1042665" y="620037"/>
                </a:lnTo>
                <a:lnTo>
                  <a:pt x="1032359" y="665282"/>
                </a:lnTo>
                <a:lnTo>
                  <a:pt x="1018252" y="708953"/>
                </a:lnTo>
                <a:lnTo>
                  <a:pt x="1000529" y="750864"/>
                </a:lnTo>
                <a:lnTo>
                  <a:pt x="979377" y="790829"/>
                </a:lnTo>
                <a:lnTo>
                  <a:pt x="954981" y="828664"/>
                </a:lnTo>
                <a:lnTo>
                  <a:pt x="927526" y="864182"/>
                </a:lnTo>
                <a:lnTo>
                  <a:pt x="897197" y="897197"/>
                </a:lnTo>
                <a:lnTo>
                  <a:pt x="864181" y="927526"/>
                </a:lnTo>
                <a:lnTo>
                  <a:pt x="828663" y="954981"/>
                </a:lnTo>
                <a:lnTo>
                  <a:pt x="790829" y="979377"/>
                </a:lnTo>
                <a:lnTo>
                  <a:pt x="750863" y="1000529"/>
                </a:lnTo>
                <a:lnTo>
                  <a:pt x="708953" y="1018251"/>
                </a:lnTo>
                <a:lnTo>
                  <a:pt x="665282" y="1032358"/>
                </a:lnTo>
                <a:lnTo>
                  <a:pt x="620037" y="1042665"/>
                </a:lnTo>
                <a:lnTo>
                  <a:pt x="573402" y="1048984"/>
                </a:lnTo>
                <a:lnTo>
                  <a:pt x="525565" y="1051132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036088" y="2832637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90468" y="2901005"/>
            <a:ext cx="25107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Change</a:t>
            </a:r>
            <a:r>
              <a:rPr dirty="0" sz="2600" spc="-50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Passwords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47427" y="3946656"/>
            <a:ext cx="3940175" cy="1397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Panic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leads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mistakes.</a:t>
            </a:r>
            <a:endParaRPr sz="2600">
              <a:latin typeface="Times New Roman"/>
              <a:cs typeface="Times New Roman"/>
            </a:endParaRPr>
          </a:p>
          <a:p>
            <a:pPr algn="ctr" marL="569595" marR="562610">
              <a:lnSpc>
                <a:spcPct val="115399"/>
              </a:lnSpc>
            </a:pP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breath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act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methodically.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07079" y="3946656"/>
            <a:ext cx="451802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Unplug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immediately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stop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exfiltration.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426185" y="3718056"/>
            <a:ext cx="293179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CLEAN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device,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change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compromised</a:t>
            </a:r>
            <a:r>
              <a:rPr dirty="0" sz="26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account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passwords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now.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87744" y="6461510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051560" h="1051559">
                <a:moveTo>
                  <a:pt x="525566" y="1051132"/>
                </a:moveTo>
                <a:lnTo>
                  <a:pt x="477729" y="1048985"/>
                </a:lnTo>
                <a:lnTo>
                  <a:pt x="431095" y="1042665"/>
                </a:lnTo>
                <a:lnTo>
                  <a:pt x="385850" y="1032359"/>
                </a:lnTo>
                <a:lnTo>
                  <a:pt x="342179" y="1018252"/>
                </a:lnTo>
                <a:lnTo>
                  <a:pt x="300268" y="1000529"/>
                </a:lnTo>
                <a:lnTo>
                  <a:pt x="260302" y="979377"/>
                </a:lnTo>
                <a:lnTo>
                  <a:pt x="222468" y="954981"/>
                </a:lnTo>
                <a:lnTo>
                  <a:pt x="186950" y="927526"/>
                </a:lnTo>
                <a:lnTo>
                  <a:pt x="153934" y="897198"/>
                </a:lnTo>
                <a:lnTo>
                  <a:pt x="123606" y="864182"/>
                </a:lnTo>
                <a:lnTo>
                  <a:pt x="96151" y="828664"/>
                </a:lnTo>
                <a:lnTo>
                  <a:pt x="71755" y="790829"/>
                </a:lnTo>
                <a:lnTo>
                  <a:pt x="50603" y="750864"/>
                </a:lnTo>
                <a:lnTo>
                  <a:pt x="32880" y="708953"/>
                </a:lnTo>
                <a:lnTo>
                  <a:pt x="18773" y="665282"/>
                </a:lnTo>
                <a:lnTo>
                  <a:pt x="8467" y="620037"/>
                </a:lnTo>
                <a:lnTo>
                  <a:pt x="2147" y="573403"/>
                </a:lnTo>
                <a:lnTo>
                  <a:pt x="0" y="525566"/>
                </a:lnTo>
                <a:lnTo>
                  <a:pt x="2147" y="477729"/>
                </a:lnTo>
                <a:lnTo>
                  <a:pt x="8467" y="431095"/>
                </a:lnTo>
                <a:lnTo>
                  <a:pt x="18773" y="385849"/>
                </a:lnTo>
                <a:lnTo>
                  <a:pt x="32880" y="342179"/>
                </a:lnTo>
                <a:lnTo>
                  <a:pt x="50603" y="300268"/>
                </a:lnTo>
                <a:lnTo>
                  <a:pt x="71755" y="260302"/>
                </a:lnTo>
                <a:lnTo>
                  <a:pt x="96151" y="222468"/>
                </a:lnTo>
                <a:lnTo>
                  <a:pt x="123606" y="186950"/>
                </a:lnTo>
                <a:lnTo>
                  <a:pt x="153934" y="153934"/>
                </a:lnTo>
                <a:lnTo>
                  <a:pt x="186950" y="123606"/>
                </a:lnTo>
                <a:lnTo>
                  <a:pt x="222468" y="96151"/>
                </a:lnTo>
                <a:lnTo>
                  <a:pt x="260302" y="71755"/>
                </a:lnTo>
                <a:lnTo>
                  <a:pt x="300268" y="50603"/>
                </a:lnTo>
                <a:lnTo>
                  <a:pt x="342179" y="32880"/>
                </a:lnTo>
                <a:lnTo>
                  <a:pt x="385850" y="18773"/>
                </a:lnTo>
                <a:lnTo>
                  <a:pt x="431095" y="8467"/>
                </a:lnTo>
                <a:lnTo>
                  <a:pt x="477729" y="2147"/>
                </a:lnTo>
                <a:lnTo>
                  <a:pt x="525566" y="0"/>
                </a:lnTo>
                <a:lnTo>
                  <a:pt x="573403" y="2147"/>
                </a:lnTo>
                <a:lnTo>
                  <a:pt x="620037" y="8467"/>
                </a:lnTo>
                <a:lnTo>
                  <a:pt x="665282" y="18773"/>
                </a:lnTo>
                <a:lnTo>
                  <a:pt x="708953" y="32880"/>
                </a:lnTo>
                <a:lnTo>
                  <a:pt x="750864" y="50603"/>
                </a:lnTo>
                <a:lnTo>
                  <a:pt x="790829" y="71755"/>
                </a:lnTo>
                <a:lnTo>
                  <a:pt x="828664" y="96151"/>
                </a:lnTo>
                <a:lnTo>
                  <a:pt x="864182" y="123606"/>
                </a:lnTo>
                <a:lnTo>
                  <a:pt x="897197" y="153934"/>
                </a:lnTo>
                <a:lnTo>
                  <a:pt x="927526" y="186950"/>
                </a:lnTo>
                <a:lnTo>
                  <a:pt x="954981" y="222468"/>
                </a:lnTo>
                <a:lnTo>
                  <a:pt x="979377" y="260302"/>
                </a:lnTo>
                <a:lnTo>
                  <a:pt x="1000529" y="300268"/>
                </a:lnTo>
                <a:lnTo>
                  <a:pt x="1018252" y="342179"/>
                </a:lnTo>
                <a:lnTo>
                  <a:pt x="1032359" y="385849"/>
                </a:lnTo>
                <a:lnTo>
                  <a:pt x="1042665" y="431095"/>
                </a:lnTo>
                <a:lnTo>
                  <a:pt x="1048984" y="477729"/>
                </a:lnTo>
                <a:lnTo>
                  <a:pt x="1051132" y="525566"/>
                </a:lnTo>
                <a:lnTo>
                  <a:pt x="1048984" y="573403"/>
                </a:lnTo>
                <a:lnTo>
                  <a:pt x="1042665" y="620037"/>
                </a:lnTo>
                <a:lnTo>
                  <a:pt x="1032359" y="665282"/>
                </a:lnTo>
                <a:lnTo>
                  <a:pt x="1018252" y="708953"/>
                </a:lnTo>
                <a:lnTo>
                  <a:pt x="1000529" y="750864"/>
                </a:lnTo>
                <a:lnTo>
                  <a:pt x="979377" y="790829"/>
                </a:lnTo>
                <a:lnTo>
                  <a:pt x="954981" y="828664"/>
                </a:lnTo>
                <a:lnTo>
                  <a:pt x="927526" y="864182"/>
                </a:lnTo>
                <a:lnTo>
                  <a:pt x="897197" y="897198"/>
                </a:lnTo>
                <a:lnTo>
                  <a:pt x="864182" y="927526"/>
                </a:lnTo>
                <a:lnTo>
                  <a:pt x="828664" y="954981"/>
                </a:lnTo>
                <a:lnTo>
                  <a:pt x="790829" y="979377"/>
                </a:lnTo>
                <a:lnTo>
                  <a:pt x="750864" y="1000529"/>
                </a:lnTo>
                <a:lnTo>
                  <a:pt x="708953" y="1018252"/>
                </a:lnTo>
                <a:lnTo>
                  <a:pt x="665282" y="1032359"/>
                </a:lnTo>
                <a:lnTo>
                  <a:pt x="620037" y="1042665"/>
                </a:lnTo>
                <a:lnTo>
                  <a:pt x="573403" y="1048985"/>
                </a:lnTo>
                <a:lnTo>
                  <a:pt x="525566" y="1051132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633869" y="6671123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88440" y="6749015"/>
            <a:ext cx="17157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Enable</a:t>
            </a:r>
            <a:r>
              <a:rPr dirty="0" sz="2600" spc="-40">
                <a:solidFill>
                  <a:srgbClr val="FFF131"/>
                </a:solidFill>
                <a:latin typeface="Times New Roman"/>
                <a:cs typeface="Times New Roman"/>
              </a:rPr>
              <a:t> MFA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56252" y="6461510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051559" h="1051559">
                <a:moveTo>
                  <a:pt x="525566" y="1051132"/>
                </a:moveTo>
                <a:lnTo>
                  <a:pt x="477729" y="1048985"/>
                </a:lnTo>
                <a:lnTo>
                  <a:pt x="431095" y="1042665"/>
                </a:lnTo>
                <a:lnTo>
                  <a:pt x="385849" y="1032359"/>
                </a:lnTo>
                <a:lnTo>
                  <a:pt x="342179" y="1018252"/>
                </a:lnTo>
                <a:lnTo>
                  <a:pt x="300268" y="1000529"/>
                </a:lnTo>
                <a:lnTo>
                  <a:pt x="260302" y="979377"/>
                </a:lnTo>
                <a:lnTo>
                  <a:pt x="222468" y="954981"/>
                </a:lnTo>
                <a:lnTo>
                  <a:pt x="186950" y="927526"/>
                </a:lnTo>
                <a:lnTo>
                  <a:pt x="153934" y="897198"/>
                </a:lnTo>
                <a:lnTo>
                  <a:pt x="123606" y="864182"/>
                </a:lnTo>
                <a:lnTo>
                  <a:pt x="96151" y="828664"/>
                </a:lnTo>
                <a:lnTo>
                  <a:pt x="71755" y="790829"/>
                </a:lnTo>
                <a:lnTo>
                  <a:pt x="50603" y="750864"/>
                </a:lnTo>
                <a:lnTo>
                  <a:pt x="32880" y="708953"/>
                </a:lnTo>
                <a:lnTo>
                  <a:pt x="18773" y="665282"/>
                </a:lnTo>
                <a:lnTo>
                  <a:pt x="8467" y="620037"/>
                </a:lnTo>
                <a:lnTo>
                  <a:pt x="2147" y="573403"/>
                </a:lnTo>
                <a:lnTo>
                  <a:pt x="0" y="525566"/>
                </a:lnTo>
                <a:lnTo>
                  <a:pt x="2147" y="477729"/>
                </a:lnTo>
                <a:lnTo>
                  <a:pt x="8467" y="431095"/>
                </a:lnTo>
                <a:lnTo>
                  <a:pt x="18773" y="385849"/>
                </a:lnTo>
                <a:lnTo>
                  <a:pt x="32880" y="342179"/>
                </a:lnTo>
                <a:lnTo>
                  <a:pt x="50603" y="300268"/>
                </a:lnTo>
                <a:lnTo>
                  <a:pt x="71755" y="260302"/>
                </a:lnTo>
                <a:lnTo>
                  <a:pt x="96151" y="222468"/>
                </a:lnTo>
                <a:lnTo>
                  <a:pt x="123606" y="186950"/>
                </a:lnTo>
                <a:lnTo>
                  <a:pt x="153934" y="153934"/>
                </a:lnTo>
                <a:lnTo>
                  <a:pt x="186950" y="123606"/>
                </a:lnTo>
                <a:lnTo>
                  <a:pt x="222468" y="96151"/>
                </a:lnTo>
                <a:lnTo>
                  <a:pt x="260302" y="71755"/>
                </a:lnTo>
                <a:lnTo>
                  <a:pt x="300268" y="50603"/>
                </a:lnTo>
                <a:lnTo>
                  <a:pt x="342179" y="32880"/>
                </a:lnTo>
                <a:lnTo>
                  <a:pt x="385849" y="18773"/>
                </a:lnTo>
                <a:lnTo>
                  <a:pt x="431095" y="8467"/>
                </a:lnTo>
                <a:lnTo>
                  <a:pt x="477729" y="2147"/>
                </a:lnTo>
                <a:lnTo>
                  <a:pt x="525566" y="0"/>
                </a:lnTo>
                <a:lnTo>
                  <a:pt x="573403" y="2147"/>
                </a:lnTo>
                <a:lnTo>
                  <a:pt x="620037" y="8467"/>
                </a:lnTo>
                <a:lnTo>
                  <a:pt x="665282" y="18773"/>
                </a:lnTo>
                <a:lnTo>
                  <a:pt x="708953" y="32880"/>
                </a:lnTo>
                <a:lnTo>
                  <a:pt x="750864" y="50603"/>
                </a:lnTo>
                <a:lnTo>
                  <a:pt x="790829" y="71755"/>
                </a:lnTo>
                <a:lnTo>
                  <a:pt x="828664" y="96151"/>
                </a:lnTo>
                <a:lnTo>
                  <a:pt x="864182" y="123606"/>
                </a:lnTo>
                <a:lnTo>
                  <a:pt x="897197" y="153934"/>
                </a:lnTo>
                <a:lnTo>
                  <a:pt x="927526" y="186950"/>
                </a:lnTo>
                <a:lnTo>
                  <a:pt x="954981" y="222468"/>
                </a:lnTo>
                <a:lnTo>
                  <a:pt x="979377" y="260302"/>
                </a:lnTo>
                <a:lnTo>
                  <a:pt x="1000529" y="300268"/>
                </a:lnTo>
                <a:lnTo>
                  <a:pt x="1018251" y="342179"/>
                </a:lnTo>
                <a:lnTo>
                  <a:pt x="1032358" y="385849"/>
                </a:lnTo>
                <a:lnTo>
                  <a:pt x="1042665" y="431095"/>
                </a:lnTo>
                <a:lnTo>
                  <a:pt x="1048984" y="477729"/>
                </a:lnTo>
                <a:lnTo>
                  <a:pt x="1051132" y="525566"/>
                </a:lnTo>
                <a:lnTo>
                  <a:pt x="1048984" y="573403"/>
                </a:lnTo>
                <a:lnTo>
                  <a:pt x="1042665" y="620037"/>
                </a:lnTo>
                <a:lnTo>
                  <a:pt x="1032358" y="665282"/>
                </a:lnTo>
                <a:lnTo>
                  <a:pt x="1018251" y="708953"/>
                </a:lnTo>
                <a:lnTo>
                  <a:pt x="1000529" y="750864"/>
                </a:lnTo>
                <a:lnTo>
                  <a:pt x="979377" y="790829"/>
                </a:lnTo>
                <a:lnTo>
                  <a:pt x="954981" y="828664"/>
                </a:lnTo>
                <a:lnTo>
                  <a:pt x="927526" y="864182"/>
                </a:lnTo>
                <a:lnTo>
                  <a:pt x="897197" y="897198"/>
                </a:lnTo>
                <a:lnTo>
                  <a:pt x="864182" y="927526"/>
                </a:lnTo>
                <a:lnTo>
                  <a:pt x="828664" y="954981"/>
                </a:lnTo>
                <a:lnTo>
                  <a:pt x="790829" y="979377"/>
                </a:lnTo>
                <a:lnTo>
                  <a:pt x="750864" y="1000529"/>
                </a:lnTo>
                <a:lnTo>
                  <a:pt x="708953" y="1018252"/>
                </a:lnTo>
                <a:lnTo>
                  <a:pt x="665282" y="1032359"/>
                </a:lnTo>
                <a:lnTo>
                  <a:pt x="620037" y="1042665"/>
                </a:lnTo>
                <a:lnTo>
                  <a:pt x="573403" y="1048985"/>
                </a:lnTo>
                <a:lnTo>
                  <a:pt x="525566" y="1051132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02377" y="6671123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16620" y="6749015"/>
            <a:ext cx="12084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131"/>
                </a:solidFill>
                <a:latin typeface="Times New Roman"/>
                <a:cs typeface="Times New Roman"/>
              </a:rPr>
              <a:t>Report</a:t>
            </a:r>
            <a:r>
              <a:rPr dirty="0" sz="2600" spc="-5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131"/>
                </a:solidFill>
                <a:latin typeface="Times New Roman"/>
                <a:cs typeface="Times New Roman"/>
              </a:rPr>
              <a:t>It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785213" y="6461510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051559" h="1051559">
                <a:moveTo>
                  <a:pt x="525565" y="1051132"/>
                </a:moveTo>
                <a:lnTo>
                  <a:pt x="477728" y="1048985"/>
                </a:lnTo>
                <a:lnTo>
                  <a:pt x="431094" y="1042665"/>
                </a:lnTo>
                <a:lnTo>
                  <a:pt x="385849" y="1032359"/>
                </a:lnTo>
                <a:lnTo>
                  <a:pt x="342179" y="1018252"/>
                </a:lnTo>
                <a:lnTo>
                  <a:pt x="300268" y="1000529"/>
                </a:lnTo>
                <a:lnTo>
                  <a:pt x="260303" y="979377"/>
                </a:lnTo>
                <a:lnTo>
                  <a:pt x="222468" y="954981"/>
                </a:lnTo>
                <a:lnTo>
                  <a:pt x="186950" y="927526"/>
                </a:lnTo>
                <a:lnTo>
                  <a:pt x="153934" y="897198"/>
                </a:lnTo>
                <a:lnTo>
                  <a:pt x="123606" y="864182"/>
                </a:lnTo>
                <a:lnTo>
                  <a:pt x="96151" y="828664"/>
                </a:lnTo>
                <a:lnTo>
                  <a:pt x="71755" y="790829"/>
                </a:lnTo>
                <a:lnTo>
                  <a:pt x="50603" y="750864"/>
                </a:lnTo>
                <a:lnTo>
                  <a:pt x="32880" y="708953"/>
                </a:lnTo>
                <a:lnTo>
                  <a:pt x="18773" y="665282"/>
                </a:lnTo>
                <a:lnTo>
                  <a:pt x="8467" y="620037"/>
                </a:lnTo>
                <a:lnTo>
                  <a:pt x="2147" y="573403"/>
                </a:lnTo>
                <a:lnTo>
                  <a:pt x="0" y="525566"/>
                </a:lnTo>
                <a:lnTo>
                  <a:pt x="2147" y="477729"/>
                </a:lnTo>
                <a:lnTo>
                  <a:pt x="8467" y="431095"/>
                </a:lnTo>
                <a:lnTo>
                  <a:pt x="18773" y="385849"/>
                </a:lnTo>
                <a:lnTo>
                  <a:pt x="32880" y="342179"/>
                </a:lnTo>
                <a:lnTo>
                  <a:pt x="50603" y="300268"/>
                </a:lnTo>
                <a:lnTo>
                  <a:pt x="71755" y="260302"/>
                </a:lnTo>
                <a:lnTo>
                  <a:pt x="96151" y="222468"/>
                </a:lnTo>
                <a:lnTo>
                  <a:pt x="123606" y="186950"/>
                </a:lnTo>
                <a:lnTo>
                  <a:pt x="153934" y="153934"/>
                </a:lnTo>
                <a:lnTo>
                  <a:pt x="186950" y="123606"/>
                </a:lnTo>
                <a:lnTo>
                  <a:pt x="222468" y="96151"/>
                </a:lnTo>
                <a:lnTo>
                  <a:pt x="260303" y="71755"/>
                </a:lnTo>
                <a:lnTo>
                  <a:pt x="300268" y="50603"/>
                </a:lnTo>
                <a:lnTo>
                  <a:pt x="342179" y="32880"/>
                </a:lnTo>
                <a:lnTo>
                  <a:pt x="385849" y="18773"/>
                </a:lnTo>
                <a:lnTo>
                  <a:pt x="431094" y="8467"/>
                </a:lnTo>
                <a:lnTo>
                  <a:pt x="477728" y="2147"/>
                </a:lnTo>
                <a:lnTo>
                  <a:pt x="525565" y="0"/>
                </a:lnTo>
                <a:lnTo>
                  <a:pt x="573402" y="2147"/>
                </a:lnTo>
                <a:lnTo>
                  <a:pt x="620037" y="8467"/>
                </a:lnTo>
                <a:lnTo>
                  <a:pt x="665282" y="18773"/>
                </a:lnTo>
                <a:lnTo>
                  <a:pt x="708953" y="32880"/>
                </a:lnTo>
                <a:lnTo>
                  <a:pt x="750863" y="50603"/>
                </a:lnTo>
                <a:lnTo>
                  <a:pt x="790829" y="71755"/>
                </a:lnTo>
                <a:lnTo>
                  <a:pt x="828663" y="96151"/>
                </a:lnTo>
                <a:lnTo>
                  <a:pt x="864181" y="123606"/>
                </a:lnTo>
                <a:lnTo>
                  <a:pt x="897197" y="153934"/>
                </a:lnTo>
                <a:lnTo>
                  <a:pt x="927526" y="186950"/>
                </a:lnTo>
                <a:lnTo>
                  <a:pt x="954981" y="222468"/>
                </a:lnTo>
                <a:lnTo>
                  <a:pt x="979377" y="260302"/>
                </a:lnTo>
                <a:lnTo>
                  <a:pt x="1000529" y="300268"/>
                </a:lnTo>
                <a:lnTo>
                  <a:pt x="1018252" y="342179"/>
                </a:lnTo>
                <a:lnTo>
                  <a:pt x="1032359" y="385849"/>
                </a:lnTo>
                <a:lnTo>
                  <a:pt x="1042665" y="431095"/>
                </a:lnTo>
                <a:lnTo>
                  <a:pt x="1048985" y="477729"/>
                </a:lnTo>
                <a:lnTo>
                  <a:pt x="1051132" y="525566"/>
                </a:lnTo>
                <a:lnTo>
                  <a:pt x="1048985" y="573403"/>
                </a:lnTo>
                <a:lnTo>
                  <a:pt x="1042665" y="620037"/>
                </a:lnTo>
                <a:lnTo>
                  <a:pt x="1032359" y="665282"/>
                </a:lnTo>
                <a:lnTo>
                  <a:pt x="1018252" y="708953"/>
                </a:lnTo>
                <a:lnTo>
                  <a:pt x="1000529" y="750864"/>
                </a:lnTo>
                <a:lnTo>
                  <a:pt x="979377" y="790829"/>
                </a:lnTo>
                <a:lnTo>
                  <a:pt x="954981" y="828664"/>
                </a:lnTo>
                <a:lnTo>
                  <a:pt x="927526" y="864182"/>
                </a:lnTo>
                <a:lnTo>
                  <a:pt x="897197" y="897198"/>
                </a:lnTo>
                <a:lnTo>
                  <a:pt x="864181" y="927526"/>
                </a:lnTo>
                <a:lnTo>
                  <a:pt x="828663" y="954981"/>
                </a:lnTo>
                <a:lnTo>
                  <a:pt x="790829" y="979377"/>
                </a:lnTo>
                <a:lnTo>
                  <a:pt x="750863" y="1000529"/>
                </a:lnTo>
                <a:lnTo>
                  <a:pt x="708953" y="1018252"/>
                </a:lnTo>
                <a:lnTo>
                  <a:pt x="665282" y="1032359"/>
                </a:lnTo>
                <a:lnTo>
                  <a:pt x="620037" y="1042665"/>
                </a:lnTo>
                <a:lnTo>
                  <a:pt x="573402" y="1048985"/>
                </a:lnTo>
                <a:lnTo>
                  <a:pt x="525565" y="1051132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186850" y="6671123"/>
            <a:ext cx="3587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FFFFFF"/>
                </a:solidFill>
                <a:latin typeface="Times New Roman"/>
                <a:cs typeface="Times New Roman"/>
              </a:rPr>
              <a:t>6.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042719" y="6749015"/>
            <a:ext cx="24187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Monitor</a:t>
            </a:r>
            <a:r>
              <a:rPr dirty="0" sz="2600" spc="-145">
                <a:solidFill>
                  <a:srgbClr val="FFF1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131"/>
                </a:solidFill>
                <a:latin typeface="Times New Roman"/>
                <a:cs typeface="Times New Roman"/>
              </a:rPr>
              <a:t>Accounts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54707" y="7780601"/>
            <a:ext cx="420560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dirty="0" sz="26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multi-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factor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authentication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already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set.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9258" y="7780601"/>
            <a:ext cx="3967479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Notify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IT/Security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team,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bank,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authorities immediately.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807934" y="7780601"/>
            <a:ext cx="3967479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Notify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IT/Security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team,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bank,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authorities immediately.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87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INTERACTIVE</a:t>
            </a:r>
            <a:r>
              <a:rPr dirty="0" spc="-150"/>
              <a:t> </a:t>
            </a:r>
            <a:r>
              <a:rPr dirty="0"/>
              <a:t>QUIZ</a:t>
            </a:r>
            <a:r>
              <a:rPr dirty="0" spc="-85"/>
              <a:t> </a:t>
            </a:r>
            <a:r>
              <a:rPr dirty="0"/>
              <a:t>—</a:t>
            </a:r>
            <a:r>
              <a:rPr dirty="0" spc="-155"/>
              <a:t> </a:t>
            </a:r>
            <a:r>
              <a:rPr dirty="0" spc="-40"/>
              <a:t>TEST</a:t>
            </a:r>
            <a:r>
              <a:rPr dirty="0" spc="-254"/>
              <a:t> </a:t>
            </a:r>
            <a:r>
              <a:rPr dirty="0"/>
              <a:t>YOUR</a:t>
            </a:r>
            <a:r>
              <a:rPr dirty="0" spc="-85"/>
              <a:t> </a:t>
            </a:r>
            <a:r>
              <a:rPr dirty="0" spc="-1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8539" y="62807"/>
            <a:ext cx="2324099" cy="131444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688948"/>
            <a:ext cx="18278475" cy="8223884"/>
          </a:xfrm>
          <a:custGeom>
            <a:avLst/>
            <a:gdLst/>
            <a:ahLst/>
            <a:cxnLst/>
            <a:rect l="l" t="t" r="r" b="b"/>
            <a:pathLst>
              <a:path w="18278475" h="8223884">
                <a:moveTo>
                  <a:pt x="18278445" y="8223694"/>
                </a:moveTo>
                <a:lnTo>
                  <a:pt x="0" y="8223694"/>
                </a:lnTo>
                <a:lnTo>
                  <a:pt x="0" y="0"/>
                </a:lnTo>
                <a:lnTo>
                  <a:pt x="18278445" y="0"/>
                </a:lnTo>
                <a:lnTo>
                  <a:pt x="18278445" y="8223694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214498"/>
            <a:ext cx="16230599" cy="14954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4018946"/>
            <a:ext cx="16230599" cy="1495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823394"/>
            <a:ext cx="16230599" cy="1495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7627842"/>
            <a:ext cx="16230599" cy="14954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1533" y="2391529"/>
            <a:ext cx="15905480" cy="672401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630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Q1.</a:t>
            </a:r>
            <a:r>
              <a:rPr dirty="0" sz="2600" spc="4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  <a:hlinkClick r:id="rId4"/>
              </a:rPr>
              <a:t>'security@amaz0n-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  <a:hlinkClick r:id="rId4"/>
              </a:rPr>
              <a:t>alerts.com'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asking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verify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account.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do?</a:t>
            </a:r>
            <a:endParaRPr sz="26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625"/>
              </a:spcBef>
            </a:pPr>
            <a:r>
              <a:rPr dirty="0" sz="2950" spc="380">
                <a:solidFill>
                  <a:srgbClr val="86B9B4"/>
                </a:solidFill>
                <a:latin typeface="Segoe UI Symbol"/>
                <a:cs typeface="Segoe UI Symbol"/>
              </a:rPr>
              <a:t>✅</a:t>
            </a:r>
            <a:r>
              <a:rPr dirty="0" sz="2950" spc="320">
                <a:solidFill>
                  <a:srgbClr val="86B9B4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Delete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it.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'amaz0n-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alerts.com'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is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NOT</a:t>
            </a:r>
            <a:r>
              <a:rPr dirty="0" sz="2600" spc="-19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Amazon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—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it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uses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'0'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instead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of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'o'.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Never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click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links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from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lookalike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domains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Q2.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says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Netflix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closes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hrs.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'login'.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What's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red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flag?</a:t>
            </a:r>
            <a:endParaRPr sz="2600">
              <a:latin typeface="Times New Roman"/>
              <a:cs typeface="Times New Roman"/>
            </a:endParaRPr>
          </a:p>
          <a:p>
            <a:pPr marL="5970905" marR="1386840" indent="-5926455">
              <a:lnSpc>
                <a:spcPct val="111600"/>
              </a:lnSpc>
              <a:spcBef>
                <a:spcPts val="200"/>
              </a:spcBef>
            </a:pPr>
            <a:r>
              <a:rPr dirty="0" sz="2950" spc="380">
                <a:solidFill>
                  <a:srgbClr val="86B9B4"/>
                </a:solidFill>
                <a:latin typeface="Segoe UI Symbol"/>
                <a:cs typeface="Segoe UI Symbol"/>
              </a:rPr>
              <a:t>✅</a:t>
            </a:r>
            <a:r>
              <a:rPr dirty="0" sz="2950" spc="310">
                <a:solidFill>
                  <a:srgbClr val="86B9B4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Urgency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+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unverified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SMS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link.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Real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companies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don't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threaten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immediate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closure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via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text.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Go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directly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to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netflix.com</a:t>
            </a:r>
            <a:r>
              <a:rPr dirty="0" sz="2600" spc="-10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instead.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6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Q3.</a:t>
            </a:r>
            <a:r>
              <a:rPr dirty="0" sz="2600" spc="4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'CEO'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asking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urgently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wire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$5,000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vendor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mobile.</a:t>
            </a:r>
            <a:r>
              <a:rPr dirty="0" sz="2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now?</a:t>
            </a:r>
            <a:endParaRPr sz="2600">
              <a:latin typeface="Times New Roman"/>
              <a:cs typeface="Times New Roman"/>
            </a:endParaRPr>
          </a:p>
          <a:p>
            <a:pPr marL="6871970" marR="174625" indent="-6833870">
              <a:lnSpc>
                <a:spcPts val="3600"/>
              </a:lnSpc>
              <a:spcBef>
                <a:spcPts val="215"/>
              </a:spcBef>
            </a:pPr>
            <a:r>
              <a:rPr dirty="0" sz="2950" spc="380">
                <a:solidFill>
                  <a:srgbClr val="86B9B4"/>
                </a:solidFill>
                <a:latin typeface="Segoe UI Symbol"/>
                <a:cs typeface="Segoe UI Symbol"/>
              </a:rPr>
              <a:t>✅</a:t>
            </a:r>
            <a:r>
              <a:rPr dirty="0" sz="2950" spc="330">
                <a:solidFill>
                  <a:srgbClr val="86B9B4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Stop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and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verify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via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phone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call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to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the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CEO's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known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86B9B4"/>
                </a:solidFill>
                <a:latin typeface="Times New Roman"/>
                <a:cs typeface="Times New Roman"/>
              </a:rPr>
              <a:t>number.</a:t>
            </a:r>
            <a:r>
              <a:rPr dirty="0" sz="2600" spc="-7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This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is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classic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BEC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(Business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Email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Compromise)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whaling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attack.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6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Q4.</a:t>
            </a:r>
            <a:r>
              <a:rPr dirty="0" sz="2600" spc="5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receive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QR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printed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flyer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saying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'Scan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claim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free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gift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card.'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you?</a:t>
            </a:r>
            <a:endParaRPr sz="2600">
              <a:latin typeface="Times New Roman"/>
              <a:cs typeface="Times New Roman"/>
            </a:endParaRPr>
          </a:p>
          <a:p>
            <a:pPr marL="6386830" marR="412115" indent="-6374765">
              <a:lnSpc>
                <a:spcPts val="3600"/>
              </a:lnSpc>
              <a:spcBef>
                <a:spcPts val="280"/>
              </a:spcBef>
            </a:pPr>
            <a:r>
              <a:rPr dirty="0" sz="2950" spc="380">
                <a:solidFill>
                  <a:srgbClr val="86B9B4"/>
                </a:solidFill>
                <a:latin typeface="Segoe UI Symbol"/>
                <a:cs typeface="Segoe UI Symbol"/>
              </a:rPr>
              <a:t>✅</a:t>
            </a:r>
            <a:r>
              <a:rPr dirty="0" sz="2950" spc="325">
                <a:solidFill>
                  <a:srgbClr val="86B9B4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Be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cautious!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QR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codes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can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redirect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to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phishing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sites.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Only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scan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from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trusted,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verified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sources.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Use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QR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scanner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that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previews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URLs.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145" y="1398999"/>
            <a:ext cx="18223865" cy="8223884"/>
            <a:chOff x="64145" y="1398999"/>
            <a:chExt cx="18223865" cy="8223884"/>
          </a:xfrm>
        </p:grpSpPr>
        <p:sp>
          <p:nvSpPr>
            <p:cNvPr id="3" name="object 3"/>
            <p:cNvSpPr/>
            <p:nvPr/>
          </p:nvSpPr>
          <p:spPr>
            <a:xfrm>
              <a:off x="64145" y="1398999"/>
              <a:ext cx="18223865" cy="8223884"/>
            </a:xfrm>
            <a:custGeom>
              <a:avLst/>
              <a:gdLst/>
              <a:ahLst/>
              <a:cxnLst/>
              <a:rect l="l" t="t" r="r" b="b"/>
              <a:pathLst>
                <a:path w="18223865" h="8223884">
                  <a:moveTo>
                    <a:pt x="18223855" y="8223694"/>
                  </a:moveTo>
                  <a:lnTo>
                    <a:pt x="0" y="8223694"/>
                  </a:lnTo>
                  <a:lnTo>
                    <a:pt x="0" y="0"/>
                  </a:lnTo>
                  <a:lnTo>
                    <a:pt x="18223855" y="0"/>
                  </a:lnTo>
                  <a:lnTo>
                    <a:pt x="18223855" y="8223694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906" y="2826935"/>
              <a:ext cx="5400674" cy="59435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170264" y="2415804"/>
            <a:ext cx="844169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FF3131"/>
                </a:solidFill>
              </a:rPr>
              <a:t>YOU</a:t>
            </a:r>
            <a:r>
              <a:rPr dirty="0" spc="-254">
                <a:solidFill>
                  <a:srgbClr val="FF3131"/>
                </a:solidFill>
              </a:rPr>
              <a:t> </a:t>
            </a:r>
            <a:r>
              <a:rPr dirty="0">
                <a:solidFill>
                  <a:srgbClr val="FF3131"/>
                </a:solidFill>
              </a:rPr>
              <a:t>ARE</a:t>
            </a:r>
            <a:r>
              <a:rPr dirty="0" spc="-200">
                <a:solidFill>
                  <a:srgbClr val="FF3131"/>
                </a:solidFill>
              </a:rPr>
              <a:t> </a:t>
            </a:r>
            <a:r>
              <a:rPr dirty="0">
                <a:solidFill>
                  <a:srgbClr val="FF3131"/>
                </a:solidFill>
              </a:rPr>
              <a:t>THE</a:t>
            </a:r>
            <a:r>
              <a:rPr dirty="0" spc="-75">
                <a:solidFill>
                  <a:srgbClr val="FF3131"/>
                </a:solidFill>
              </a:rPr>
              <a:t> </a:t>
            </a:r>
            <a:r>
              <a:rPr dirty="0">
                <a:solidFill>
                  <a:srgbClr val="FF3131"/>
                </a:solidFill>
              </a:rPr>
              <a:t>BEST</a:t>
            </a:r>
            <a:r>
              <a:rPr dirty="0" spc="-145">
                <a:solidFill>
                  <a:srgbClr val="FF3131"/>
                </a:solidFill>
              </a:rPr>
              <a:t> </a:t>
            </a:r>
            <a:r>
              <a:rPr dirty="0" spc="45">
                <a:solidFill>
                  <a:srgbClr val="FF3131"/>
                </a:solidFill>
              </a:rPr>
              <a:t>F</a:t>
            </a:r>
            <a:r>
              <a:rPr dirty="0" spc="55">
                <a:solidFill>
                  <a:srgbClr val="FF3131"/>
                </a:solidFill>
              </a:rPr>
              <a:t>I</a:t>
            </a:r>
            <a:r>
              <a:rPr dirty="0" spc="50">
                <a:solidFill>
                  <a:srgbClr val="FF3131"/>
                </a:solidFill>
              </a:rPr>
              <a:t>R</a:t>
            </a:r>
            <a:r>
              <a:rPr dirty="0" spc="45">
                <a:solidFill>
                  <a:srgbClr val="FF3131"/>
                </a:solidFill>
              </a:rPr>
              <a:t>E</a:t>
            </a:r>
            <a:r>
              <a:rPr dirty="0" spc="-455">
                <a:solidFill>
                  <a:srgbClr val="FF3131"/>
                </a:solidFill>
              </a:rPr>
              <a:t>W</a:t>
            </a:r>
            <a:r>
              <a:rPr dirty="0" spc="45">
                <a:solidFill>
                  <a:srgbClr val="FF3131"/>
                </a:solidFill>
              </a:rPr>
              <a:t>AL</a:t>
            </a:r>
            <a:r>
              <a:rPr dirty="0" spc="55">
                <a:solidFill>
                  <a:srgbClr val="FF3131"/>
                </a:solidFill>
              </a:rPr>
              <a:t>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14317" y="3488905"/>
            <a:ext cx="8397240" cy="446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45">
                <a:latin typeface="Times New Roman"/>
                <a:cs typeface="Times New Roman"/>
              </a:rPr>
              <a:t>Your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awareness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your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organization's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strongest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line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defense.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600">
              <a:latin typeface="Times New Roman"/>
              <a:cs typeface="Times New Roman"/>
            </a:endParaRPr>
          </a:p>
          <a:p>
            <a:pPr marL="859155">
              <a:lnSpc>
                <a:spcPct val="100000"/>
              </a:lnSpc>
            </a:pPr>
            <a:r>
              <a:rPr dirty="0" sz="2950" spc="380">
                <a:solidFill>
                  <a:srgbClr val="86B9B4"/>
                </a:solidFill>
                <a:latin typeface="Segoe UI Symbol"/>
                <a:cs typeface="Segoe UI Symbol"/>
              </a:rPr>
              <a:t>🔍</a:t>
            </a:r>
            <a:r>
              <a:rPr dirty="0" sz="2950" spc="305">
                <a:solidFill>
                  <a:srgbClr val="86B9B4"/>
                </a:solidFill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Think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before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you</a:t>
            </a:r>
            <a:r>
              <a:rPr dirty="0" sz="2600" spc="-2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click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—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every</a:t>
            </a:r>
            <a:r>
              <a:rPr dirty="0" sz="2600" spc="-2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single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86B9B4"/>
                </a:solidFill>
                <a:latin typeface="Times New Roman"/>
                <a:cs typeface="Times New Roman"/>
              </a:rPr>
              <a:t>time</a:t>
            </a:r>
            <a:endParaRPr sz="26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  <a:spcBef>
                <a:spcPts val="1825"/>
              </a:spcBef>
            </a:pPr>
            <a:r>
              <a:rPr dirty="0" sz="2800">
                <a:latin typeface="Segoe UI Symbol"/>
                <a:cs typeface="Segoe UI Symbol"/>
              </a:rPr>
              <a:t>🔒</a:t>
            </a:r>
            <a:r>
              <a:rPr dirty="0" sz="2800" spc="90">
                <a:latin typeface="Segoe UI Symbol"/>
                <a:cs typeface="Segoe UI Symbol"/>
              </a:rPr>
              <a:t> 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Enable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80">
                <a:solidFill>
                  <a:srgbClr val="86B9B4"/>
                </a:solidFill>
                <a:latin typeface="Times New Roman"/>
                <a:cs typeface="Times New Roman"/>
              </a:rPr>
              <a:t>MFA</a:t>
            </a:r>
            <a:r>
              <a:rPr dirty="0" sz="2600" spc="-1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on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all</a:t>
            </a:r>
            <a:r>
              <a:rPr dirty="0" sz="2600" spc="-2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accounts</a:t>
            </a:r>
            <a:endParaRPr sz="2600">
              <a:latin typeface="Times New Roman"/>
              <a:cs typeface="Times New Roman"/>
            </a:endParaRPr>
          </a:p>
          <a:p>
            <a:pPr marL="859155">
              <a:lnSpc>
                <a:spcPct val="100000"/>
              </a:lnSpc>
              <a:spcBef>
                <a:spcPts val="1630"/>
              </a:spcBef>
            </a:pPr>
            <a:r>
              <a:rPr dirty="0" sz="2950" spc="350">
                <a:latin typeface="Segoe UI Symbol"/>
                <a:cs typeface="Segoe UI Symbol"/>
              </a:rPr>
              <a:t>📢</a:t>
            </a:r>
            <a:r>
              <a:rPr dirty="0" sz="2950" spc="315">
                <a:latin typeface="Segoe UI Symbol"/>
                <a:cs typeface="Segoe UI Symbol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Report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suspicious</a:t>
            </a:r>
            <a:r>
              <a:rPr dirty="0" sz="2600" spc="-4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emails</a:t>
            </a:r>
            <a:r>
              <a:rPr dirty="0" sz="2600" spc="-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immediately</a:t>
            </a:r>
            <a:endParaRPr sz="2600">
              <a:latin typeface="Times New Roman"/>
              <a:cs typeface="Times New Roman"/>
            </a:endParaRPr>
          </a:p>
          <a:p>
            <a:pPr marL="856615" marR="2179955" indent="-19050">
              <a:lnSpc>
                <a:spcPct val="156200"/>
              </a:lnSpc>
              <a:spcBef>
                <a:spcPts val="400"/>
              </a:spcBef>
            </a:pPr>
            <a:r>
              <a:rPr dirty="0" sz="2950" spc="350">
                <a:solidFill>
                  <a:srgbClr val="86B9B4"/>
                </a:solidFill>
                <a:latin typeface="Segoe UI Symbol"/>
                <a:cs typeface="Segoe UI Symbol"/>
              </a:rPr>
              <a:t>🔄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Stay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updated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—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threats</a:t>
            </a:r>
            <a:r>
              <a:rPr dirty="0" sz="2600" spc="-2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evolve</a:t>
            </a:r>
            <a:r>
              <a:rPr dirty="0" sz="2600" spc="-3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daily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Stay</a:t>
            </a:r>
            <a:r>
              <a:rPr dirty="0" sz="2600" spc="-5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Secure.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Stay</a:t>
            </a:r>
            <a:r>
              <a:rPr dirty="0" sz="2600" spc="-15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Alert.</a:t>
            </a:r>
            <a:r>
              <a:rPr dirty="0" sz="2600" spc="-40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86B9B4"/>
                </a:solidFill>
                <a:latin typeface="Times New Roman"/>
                <a:cs typeface="Times New Roman"/>
              </a:rPr>
              <a:t>Stay</a:t>
            </a:r>
            <a:r>
              <a:rPr dirty="0" sz="2600" spc="-35">
                <a:solidFill>
                  <a:srgbClr val="86B9B4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86B9B4"/>
                </a:solidFill>
                <a:latin typeface="Times New Roman"/>
                <a:cs typeface="Times New Roman"/>
              </a:rPr>
              <a:t>Safe.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Riverie</dc:creator>
  <cp:keywords>DAHMhW-_NOs,BAGmrXlWc2g,0</cp:keywords>
  <dc:title>Title of the Presentation</dc:title>
  <dcterms:created xsi:type="dcterms:W3CDTF">2026-07-06T06:51:25Z</dcterms:created>
  <dcterms:modified xsi:type="dcterms:W3CDTF">2026-07-06T06:51:25Z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2026-07-06T00:00:00Z</vt:filetime>
  </property>
  <property fmtid="{D5CDD505-2E9C-101B-9397-08002B2CF9AE}" pid="6" name="Producer">
    <vt:lpwstr>Canva</vt:lpwstr>
  </property>
</Properties>
</file>